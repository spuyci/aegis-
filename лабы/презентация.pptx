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52" r:id="rId1"/>
  </p:sldMasterIdLst>
  <p:sldIdLst>
    <p:sldId id="274" r:id="rId2"/>
    <p:sldId id="257" r:id="rId3"/>
    <p:sldId id="263" r:id="rId4"/>
    <p:sldId id="258" r:id="rId5"/>
    <p:sldId id="259" r:id="rId6"/>
    <p:sldId id="260" r:id="rId7"/>
    <p:sldId id="261" r:id="rId8"/>
    <p:sldId id="262" r:id="rId9"/>
    <p:sldId id="264" r:id="rId10"/>
    <p:sldId id="265" r:id="rId11"/>
    <p:sldId id="266" r:id="rId12"/>
    <p:sldId id="268" r:id="rId13"/>
    <p:sldId id="269" r:id="rId14"/>
    <p:sldId id="270" r:id="rId15"/>
    <p:sldId id="272" r:id="rId16"/>
    <p:sldId id="273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60"/>
  </p:normalViewPr>
  <p:slideViewPr>
    <p:cSldViewPr snapToGrid="0">
      <p:cViewPr varScale="1">
        <p:scale>
          <a:sx n="93" d="100"/>
          <a:sy n="93" d="100"/>
        </p:scale>
        <p:origin x="189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4">
  <dgm:title val=""/>
  <dgm:desc val=""/>
  <dgm:catLst>
    <dgm:cat type="accent2" pri="11400"/>
  </dgm:catLst>
  <dgm:styleLbl name="node0">
    <dgm:fillClrLst meth="cycle">
      <a:schemeClr val="accent2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2">
        <a:shade val="50000"/>
      </a:schemeClr>
      <a:schemeClr val="accent2">
        <a:tint val="4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2">
        <a:shade val="50000"/>
      </a:schemeClr>
      <a:schemeClr val="accent2">
        <a:tint val="45000"/>
      </a:schemeClr>
    </dgm:fillClrLst>
    <dgm:linClrLst meth="cycle">
      <a:schemeClr val="accent2">
        <a:shade val="50000"/>
      </a:schemeClr>
      <a:schemeClr val="accent2">
        <a:tint val="45000"/>
      </a:schemeClr>
    </dgm:linClrLst>
    <dgm:effectClrLst/>
    <dgm:txLinClrLst/>
    <dgm:txFillClrLst/>
    <dgm:txEffectClrLst/>
  </dgm:styleLbl>
  <dgm:styleLbl name="lnNode1">
    <dgm:fillClrLst meth="cycle">
      <a:schemeClr val="accent2">
        <a:shade val="50000"/>
      </a:schemeClr>
      <a:schemeClr val="accent2">
        <a:tint val="4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2">
        <a:shade val="80000"/>
        <a:alpha val="50000"/>
      </a:schemeClr>
      <a:schemeClr val="accent2">
        <a:tint val="45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55000"/>
      </a:schemeClr>
    </dgm:fillClrLst>
    <dgm:linClrLst meth="repeat">
      <a:schemeClr val="accent2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55000"/>
      </a:schemeClr>
    </dgm:fillClrLst>
    <dgm:linClrLst meth="repeat">
      <a:schemeClr val="accent2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55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5E3A975-13D1-4E37-9D9C-80FE2C3843FC}" type="doc">
      <dgm:prSet loTypeId="urn:microsoft.com/office/officeart/2005/8/layout/chevron1" loCatId="process" qsTypeId="urn:microsoft.com/office/officeart/2005/8/quickstyle/simple2" qsCatId="simple" csTypeId="urn:microsoft.com/office/officeart/2005/8/colors/accent0_1" csCatId="mainScheme" phldr="1"/>
      <dgm:spPr/>
    </dgm:pt>
    <dgm:pt modelId="{664D8B3D-25EF-44B1-BC3D-A04A5A05881B}">
      <dgm:prSet phldrT="[Текст]" custT="1"/>
      <dgm:spPr/>
      <dgm:t>
        <a:bodyPr/>
        <a:lstStyle/>
        <a:p>
          <a:pPr>
            <a:lnSpc>
              <a:spcPts val="2000"/>
            </a:lnSpc>
            <a:spcAft>
              <a:spcPts val="200"/>
            </a:spcAft>
            <a:buAutoNum type="arabicPeriod"/>
          </a:pPr>
          <a:r>
            <a:rPr lang="ru-RU" sz="2800" b="1" dirty="0"/>
            <a:t>Сбор информации и сортировка</a:t>
          </a:r>
        </a:p>
      </dgm:t>
    </dgm:pt>
    <dgm:pt modelId="{C9718453-C595-4AE7-B6AC-810CC034DA46}" type="parTrans" cxnId="{63955469-BF0F-457D-98F5-2370E5DB3151}">
      <dgm:prSet/>
      <dgm:spPr/>
      <dgm:t>
        <a:bodyPr/>
        <a:lstStyle/>
        <a:p>
          <a:endParaRPr lang="ru-RU"/>
        </a:p>
      </dgm:t>
    </dgm:pt>
    <dgm:pt modelId="{F4BBAFC1-985E-42A3-BCE1-7F240502D971}" type="sibTrans" cxnId="{63955469-BF0F-457D-98F5-2370E5DB3151}">
      <dgm:prSet/>
      <dgm:spPr/>
      <dgm:t>
        <a:bodyPr/>
        <a:lstStyle/>
        <a:p>
          <a:endParaRPr lang="ru-RU"/>
        </a:p>
      </dgm:t>
    </dgm:pt>
    <dgm:pt modelId="{B5F22ADF-F086-4DDD-BC02-9533D88F6BB0}">
      <dgm:prSet phldrT="[Текст]" custT="1"/>
      <dgm:spPr/>
      <dgm:t>
        <a:bodyPr/>
        <a:lstStyle/>
        <a:p>
          <a:pPr>
            <a:lnSpc>
              <a:spcPts val="2000"/>
            </a:lnSpc>
            <a:spcAft>
              <a:spcPts val="200"/>
            </a:spcAft>
            <a:buAutoNum type="arabicPeriod"/>
          </a:pPr>
          <a:r>
            <a:rPr lang="ru-RU" sz="2800" b="1" dirty="0"/>
            <a:t>Проверка документов на наличие ошибок</a:t>
          </a:r>
        </a:p>
      </dgm:t>
    </dgm:pt>
    <dgm:pt modelId="{60891B8D-8495-4471-9E7A-F245BA888645}" type="parTrans" cxnId="{3D445351-023B-4556-BEAB-3F91C1692B37}">
      <dgm:prSet/>
      <dgm:spPr/>
      <dgm:t>
        <a:bodyPr/>
        <a:lstStyle/>
        <a:p>
          <a:endParaRPr lang="ru-RU"/>
        </a:p>
      </dgm:t>
    </dgm:pt>
    <dgm:pt modelId="{E1BA0976-F7AD-4BA2-98D9-5B050E98B84C}" type="sibTrans" cxnId="{3D445351-023B-4556-BEAB-3F91C1692B37}">
      <dgm:prSet/>
      <dgm:spPr/>
      <dgm:t>
        <a:bodyPr/>
        <a:lstStyle/>
        <a:p>
          <a:endParaRPr lang="ru-RU"/>
        </a:p>
      </dgm:t>
    </dgm:pt>
    <dgm:pt modelId="{2B693FF3-76E5-43FD-89F7-292D2AFF866A}">
      <dgm:prSet phldrT="[Текст]" custT="1"/>
      <dgm:spPr/>
      <dgm:t>
        <a:bodyPr/>
        <a:lstStyle/>
        <a:p>
          <a:pPr>
            <a:lnSpc>
              <a:spcPts val="2000"/>
            </a:lnSpc>
            <a:spcAft>
              <a:spcPts val="200"/>
            </a:spcAft>
            <a:buAutoNum type="arabicPeriod"/>
          </a:pPr>
          <a:r>
            <a:rPr lang="ru-RU" sz="2800" b="1" dirty="0"/>
            <a:t>Конфиденциальность документов</a:t>
          </a:r>
        </a:p>
      </dgm:t>
    </dgm:pt>
    <dgm:pt modelId="{6238F3BE-8E37-47B2-8F24-E8263B2D2D8D}" type="parTrans" cxnId="{3E98A487-60A6-4BC2-A57C-5E1F2D7E6660}">
      <dgm:prSet/>
      <dgm:spPr/>
      <dgm:t>
        <a:bodyPr/>
        <a:lstStyle/>
        <a:p>
          <a:endParaRPr lang="ru-RU"/>
        </a:p>
      </dgm:t>
    </dgm:pt>
    <dgm:pt modelId="{63DEF1E7-9AF2-4ED4-A0E8-C4D41C12CFB4}" type="sibTrans" cxnId="{3E98A487-60A6-4BC2-A57C-5E1F2D7E6660}">
      <dgm:prSet/>
      <dgm:spPr/>
      <dgm:t>
        <a:bodyPr/>
        <a:lstStyle/>
        <a:p>
          <a:endParaRPr lang="ru-RU"/>
        </a:p>
      </dgm:t>
    </dgm:pt>
    <dgm:pt modelId="{3B79EF02-4E32-4388-93DF-44181BD3C633}" type="pres">
      <dgm:prSet presAssocID="{95E3A975-13D1-4E37-9D9C-80FE2C3843FC}" presName="Name0" presStyleCnt="0">
        <dgm:presLayoutVars>
          <dgm:dir/>
          <dgm:animLvl val="lvl"/>
          <dgm:resizeHandles val="exact"/>
        </dgm:presLayoutVars>
      </dgm:prSet>
      <dgm:spPr/>
    </dgm:pt>
    <dgm:pt modelId="{599957FB-3B35-42F8-86E2-88E4BA60FA3A}" type="pres">
      <dgm:prSet presAssocID="{664D8B3D-25EF-44B1-BC3D-A04A5A05881B}" presName="parTxOnly" presStyleLbl="node1" presStyleIdx="0" presStyleCnt="3" custLinFactNeighborX="62008" custLinFactNeighborY="-620">
        <dgm:presLayoutVars>
          <dgm:chMax val="0"/>
          <dgm:chPref val="0"/>
          <dgm:bulletEnabled val="1"/>
        </dgm:presLayoutVars>
      </dgm:prSet>
      <dgm:spPr/>
    </dgm:pt>
    <dgm:pt modelId="{96FD43F9-90CB-4D1E-9840-EE3FB4DB7D6A}" type="pres">
      <dgm:prSet presAssocID="{F4BBAFC1-985E-42A3-BCE1-7F240502D971}" presName="parTxOnlySpace" presStyleCnt="0"/>
      <dgm:spPr/>
    </dgm:pt>
    <dgm:pt modelId="{7291B9C0-CA02-4473-8519-F6FE8778830D}" type="pres">
      <dgm:prSet presAssocID="{B5F22ADF-F086-4DDD-BC02-9533D88F6BB0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4A485AE7-8AD7-4365-AD95-5860BEA5B868}" type="pres">
      <dgm:prSet presAssocID="{E1BA0976-F7AD-4BA2-98D9-5B050E98B84C}" presName="parTxOnlySpace" presStyleCnt="0"/>
      <dgm:spPr/>
    </dgm:pt>
    <dgm:pt modelId="{6EA50B15-33C5-49F2-A2AB-5660B760BBD6}" type="pres">
      <dgm:prSet presAssocID="{2B693FF3-76E5-43FD-89F7-292D2AFF866A}" presName="parTxOnly" presStyleLbl="node1" presStyleIdx="2" presStyleCnt="3" custLinFactNeighborX="-65434" custLinFactNeighborY="-147">
        <dgm:presLayoutVars>
          <dgm:chMax val="0"/>
          <dgm:chPref val="0"/>
          <dgm:bulletEnabled val="1"/>
        </dgm:presLayoutVars>
      </dgm:prSet>
      <dgm:spPr/>
    </dgm:pt>
  </dgm:ptLst>
  <dgm:cxnLst>
    <dgm:cxn modelId="{63955469-BF0F-457D-98F5-2370E5DB3151}" srcId="{95E3A975-13D1-4E37-9D9C-80FE2C3843FC}" destId="{664D8B3D-25EF-44B1-BC3D-A04A5A05881B}" srcOrd="0" destOrd="0" parTransId="{C9718453-C595-4AE7-B6AC-810CC034DA46}" sibTransId="{F4BBAFC1-985E-42A3-BCE1-7F240502D971}"/>
    <dgm:cxn modelId="{3D445351-023B-4556-BEAB-3F91C1692B37}" srcId="{95E3A975-13D1-4E37-9D9C-80FE2C3843FC}" destId="{B5F22ADF-F086-4DDD-BC02-9533D88F6BB0}" srcOrd="1" destOrd="0" parTransId="{60891B8D-8495-4471-9E7A-F245BA888645}" sibTransId="{E1BA0976-F7AD-4BA2-98D9-5B050E98B84C}"/>
    <dgm:cxn modelId="{3E98A487-60A6-4BC2-A57C-5E1F2D7E6660}" srcId="{95E3A975-13D1-4E37-9D9C-80FE2C3843FC}" destId="{2B693FF3-76E5-43FD-89F7-292D2AFF866A}" srcOrd="2" destOrd="0" parTransId="{6238F3BE-8E37-47B2-8F24-E8263B2D2D8D}" sibTransId="{63DEF1E7-9AF2-4ED4-A0E8-C4D41C12CFB4}"/>
    <dgm:cxn modelId="{D760BCC2-C476-42C4-8184-4DA9FF577C70}" type="presOf" srcId="{95E3A975-13D1-4E37-9D9C-80FE2C3843FC}" destId="{3B79EF02-4E32-4388-93DF-44181BD3C633}" srcOrd="0" destOrd="0" presId="urn:microsoft.com/office/officeart/2005/8/layout/chevron1"/>
    <dgm:cxn modelId="{D6B70FC7-F32E-40F8-AFFB-D67D12F85EB3}" type="presOf" srcId="{2B693FF3-76E5-43FD-89F7-292D2AFF866A}" destId="{6EA50B15-33C5-49F2-A2AB-5660B760BBD6}" srcOrd="0" destOrd="0" presId="urn:microsoft.com/office/officeart/2005/8/layout/chevron1"/>
    <dgm:cxn modelId="{A02C50E3-C392-48CB-85BF-922F6585AA6C}" type="presOf" srcId="{664D8B3D-25EF-44B1-BC3D-A04A5A05881B}" destId="{599957FB-3B35-42F8-86E2-88E4BA60FA3A}" srcOrd="0" destOrd="0" presId="urn:microsoft.com/office/officeart/2005/8/layout/chevron1"/>
    <dgm:cxn modelId="{A2072BE5-32C5-49B7-B0F8-589B591E0440}" type="presOf" srcId="{B5F22ADF-F086-4DDD-BC02-9533D88F6BB0}" destId="{7291B9C0-CA02-4473-8519-F6FE8778830D}" srcOrd="0" destOrd="0" presId="urn:microsoft.com/office/officeart/2005/8/layout/chevron1"/>
    <dgm:cxn modelId="{D3F485DE-9528-4F62-AC75-79FE333F86F9}" type="presParOf" srcId="{3B79EF02-4E32-4388-93DF-44181BD3C633}" destId="{599957FB-3B35-42F8-86E2-88E4BA60FA3A}" srcOrd="0" destOrd="0" presId="urn:microsoft.com/office/officeart/2005/8/layout/chevron1"/>
    <dgm:cxn modelId="{06CCF818-8B1C-4010-A72B-F1CC02928A2E}" type="presParOf" srcId="{3B79EF02-4E32-4388-93DF-44181BD3C633}" destId="{96FD43F9-90CB-4D1E-9840-EE3FB4DB7D6A}" srcOrd="1" destOrd="0" presId="urn:microsoft.com/office/officeart/2005/8/layout/chevron1"/>
    <dgm:cxn modelId="{060AC8B0-E000-4B58-957B-314553248123}" type="presParOf" srcId="{3B79EF02-4E32-4388-93DF-44181BD3C633}" destId="{7291B9C0-CA02-4473-8519-F6FE8778830D}" srcOrd="2" destOrd="0" presId="urn:microsoft.com/office/officeart/2005/8/layout/chevron1"/>
    <dgm:cxn modelId="{25F30032-F038-482B-99F5-D3C730AD35DE}" type="presParOf" srcId="{3B79EF02-4E32-4388-93DF-44181BD3C633}" destId="{4A485AE7-8AD7-4365-AD95-5860BEA5B868}" srcOrd="3" destOrd="0" presId="urn:microsoft.com/office/officeart/2005/8/layout/chevron1"/>
    <dgm:cxn modelId="{CF9D47F1-E7E7-4A96-8DC0-27FF32FBE556}" type="presParOf" srcId="{3B79EF02-4E32-4388-93DF-44181BD3C633}" destId="{6EA50B15-33C5-49F2-A2AB-5660B760BBD6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521826E-B704-431E-B75D-C5A3041BA6C5}" type="doc">
      <dgm:prSet loTypeId="urn:microsoft.com/office/officeart/2005/8/layout/hierarchy3" loCatId="list" qsTypeId="urn:microsoft.com/office/officeart/2005/8/quickstyle/simple1" qsCatId="simple" csTypeId="urn:microsoft.com/office/officeart/2005/8/colors/accent2_4" csCatId="accent2" phldr="1"/>
      <dgm:spPr/>
      <dgm:t>
        <a:bodyPr/>
        <a:lstStyle/>
        <a:p>
          <a:endParaRPr lang="ru-RU"/>
        </a:p>
      </dgm:t>
    </dgm:pt>
    <dgm:pt modelId="{EBEBAF40-59F0-407B-AACE-B4FAED1819EE}">
      <dgm:prSet phldrT="[Текст]"/>
      <dgm:spPr>
        <a:ln>
          <a:solidFill>
            <a:schemeClr val="tx2">
              <a:lumMod val="75000"/>
              <a:lumOff val="25000"/>
            </a:schemeClr>
          </a:solidFill>
        </a:ln>
      </dgm:spPr>
      <dgm:t>
        <a:bodyPr/>
        <a:lstStyle/>
        <a:p>
          <a:r>
            <a:rPr lang="ru-RU" dirty="0">
              <a:latin typeface="Arial" panose="020B0604020202020204" pitchFamily="34" charset="0"/>
              <a:cs typeface="Arial" panose="020B0604020202020204" pitchFamily="34" charset="0"/>
            </a:rPr>
            <a:t>шифрование</a:t>
          </a:r>
        </a:p>
      </dgm:t>
    </dgm:pt>
    <dgm:pt modelId="{2EAFD07F-BD12-4EC4-B40B-0C55526FFEF2}" type="parTrans" cxnId="{07833723-3187-4309-B39C-73301CC4F4EE}">
      <dgm:prSet/>
      <dgm:spPr>
        <a:ln>
          <a:solidFill>
            <a:schemeClr val="tx2">
              <a:lumMod val="90000"/>
              <a:lumOff val="10000"/>
            </a:schemeClr>
          </a:solidFill>
        </a:ln>
      </dgm:spPr>
      <dgm:t>
        <a:bodyPr/>
        <a:lstStyle/>
        <a:p>
          <a:endParaRPr lang="ru-RU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0219FF0-A06E-4B76-984F-CA15969F7963}" type="sibTrans" cxnId="{07833723-3187-4309-B39C-73301CC4F4EE}">
      <dgm:prSet/>
      <dgm:spPr/>
      <dgm:t>
        <a:bodyPr/>
        <a:lstStyle/>
        <a:p>
          <a:endParaRPr lang="ru-RU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CE140C8-E347-4485-BDDF-5F433917BC17}">
      <dgm:prSet phldrT="[Текст]"/>
      <dgm:spPr>
        <a:ln>
          <a:solidFill>
            <a:schemeClr val="tx2">
              <a:lumMod val="75000"/>
              <a:lumOff val="25000"/>
            </a:schemeClr>
          </a:solidFill>
        </a:ln>
      </dgm:spPr>
      <dgm:t>
        <a:bodyPr/>
        <a:lstStyle/>
        <a:p>
          <a:r>
            <a:rPr lang="ru-RU" dirty="0">
              <a:latin typeface="Arial" panose="020B0604020202020204" pitchFamily="34" charset="0"/>
              <a:cs typeface="Arial" panose="020B0604020202020204" pitchFamily="34" charset="0"/>
            </a:rPr>
            <a:t>электронная подпись</a:t>
          </a:r>
        </a:p>
      </dgm:t>
    </dgm:pt>
    <dgm:pt modelId="{C83EF4A9-AEA8-4870-ABB7-663049538872}" type="parTrans" cxnId="{131968D4-3702-44DF-A4A6-E4EB3E038682}">
      <dgm:prSet/>
      <dgm:spPr>
        <a:ln>
          <a:solidFill>
            <a:schemeClr val="tx2">
              <a:lumMod val="90000"/>
              <a:lumOff val="10000"/>
            </a:schemeClr>
          </a:solidFill>
        </a:ln>
      </dgm:spPr>
      <dgm:t>
        <a:bodyPr/>
        <a:lstStyle/>
        <a:p>
          <a:endParaRPr lang="ru-RU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1F02396-E0AE-4056-A0BB-F150FEFA0C7F}" type="sibTrans" cxnId="{131968D4-3702-44DF-A4A6-E4EB3E038682}">
      <dgm:prSet/>
      <dgm:spPr/>
      <dgm:t>
        <a:bodyPr/>
        <a:lstStyle/>
        <a:p>
          <a:endParaRPr lang="ru-RU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943B79F-7F41-4624-8E12-FC2C69FD25A9}">
      <dgm:prSet phldrT="[Текст]"/>
      <dgm:spPr>
        <a:solidFill>
          <a:schemeClr val="tx2">
            <a:lumMod val="50000"/>
            <a:lumOff val="50000"/>
          </a:schemeClr>
        </a:solidFill>
      </dgm:spPr>
      <dgm:t>
        <a:bodyPr/>
        <a:lstStyle/>
        <a:p>
          <a:r>
            <a:rPr lang="ru-RU" dirty="0">
              <a:latin typeface="Arial" panose="020B0604020202020204" pitchFamily="34" charset="0"/>
              <a:cs typeface="Arial" panose="020B0604020202020204" pitchFamily="34" charset="0"/>
            </a:rPr>
            <a:t>Объём нагрузки</a:t>
          </a:r>
        </a:p>
      </dgm:t>
    </dgm:pt>
    <dgm:pt modelId="{ED1ED0BA-EAFD-4034-B221-4C5FBB9A86ED}" type="parTrans" cxnId="{89FACAC6-C845-4281-966A-AB477A87D530}">
      <dgm:prSet/>
      <dgm:spPr/>
      <dgm:t>
        <a:bodyPr/>
        <a:lstStyle/>
        <a:p>
          <a:endParaRPr lang="ru-RU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8FF0C90-1B91-4325-9D96-4B2FCFCC2B80}" type="sibTrans" cxnId="{89FACAC6-C845-4281-966A-AB477A87D530}">
      <dgm:prSet/>
      <dgm:spPr/>
      <dgm:t>
        <a:bodyPr/>
        <a:lstStyle/>
        <a:p>
          <a:endParaRPr lang="ru-RU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48CA346-A4A2-42FC-9CD2-612BD7F52E69}">
      <dgm:prSet phldrT="[Текст]"/>
      <dgm:spPr>
        <a:ln>
          <a:solidFill>
            <a:schemeClr val="tx2">
              <a:lumMod val="75000"/>
              <a:lumOff val="25000"/>
            </a:schemeClr>
          </a:solidFill>
        </a:ln>
      </dgm:spPr>
      <dgm:t>
        <a:bodyPr/>
        <a:lstStyle/>
        <a:p>
          <a:r>
            <a:rPr lang="ru-RU" dirty="0">
              <a:latin typeface="Arial" panose="020B0604020202020204" pitchFamily="34" charset="0"/>
              <a:cs typeface="Arial" panose="020B0604020202020204" pitchFamily="34" charset="0"/>
            </a:rPr>
            <a:t>Одновременно-10 тыс. пользователей</a:t>
          </a:r>
        </a:p>
      </dgm:t>
    </dgm:pt>
    <dgm:pt modelId="{BC4167DE-9526-4B13-A151-C37B76395BA3}" type="parTrans" cxnId="{A81E9C0F-2D5A-47FB-A131-326462106AFD}">
      <dgm:prSet/>
      <dgm:spPr>
        <a:ln>
          <a:solidFill>
            <a:schemeClr val="tx2">
              <a:lumMod val="90000"/>
              <a:lumOff val="10000"/>
            </a:schemeClr>
          </a:solidFill>
        </a:ln>
      </dgm:spPr>
      <dgm:t>
        <a:bodyPr/>
        <a:lstStyle/>
        <a:p>
          <a:endParaRPr lang="ru-RU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0F5C329-8051-4476-AA44-0924C2F553EC}" type="sibTrans" cxnId="{A81E9C0F-2D5A-47FB-A131-326462106AFD}">
      <dgm:prSet/>
      <dgm:spPr/>
      <dgm:t>
        <a:bodyPr/>
        <a:lstStyle/>
        <a:p>
          <a:endParaRPr lang="ru-RU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B2E1DB3-C20D-4DF7-97B4-59DB5173403E}">
      <dgm:prSet phldrT="[Текст]"/>
      <dgm:spPr>
        <a:ln>
          <a:solidFill>
            <a:schemeClr val="tx2">
              <a:lumMod val="75000"/>
              <a:lumOff val="25000"/>
            </a:schemeClr>
          </a:solidFill>
        </a:ln>
      </dgm:spPr>
      <dgm:t>
        <a:bodyPr/>
        <a:lstStyle/>
        <a:p>
          <a:r>
            <a:rPr lang="ru-RU" dirty="0">
              <a:latin typeface="Arial" panose="020B0604020202020204" pitchFamily="34" charset="0"/>
              <a:cs typeface="Arial" panose="020B0604020202020204" pitchFamily="34" charset="0"/>
            </a:rPr>
            <a:t>1000 запросов в секунду</a:t>
          </a:r>
        </a:p>
      </dgm:t>
    </dgm:pt>
    <dgm:pt modelId="{D20D1422-2CF3-4402-BCC0-6242C5D4A441}" type="parTrans" cxnId="{16C59E64-4C41-45D1-B58F-0C177FC8ED2D}">
      <dgm:prSet/>
      <dgm:spPr>
        <a:ln>
          <a:solidFill>
            <a:schemeClr val="tx2">
              <a:lumMod val="90000"/>
              <a:lumOff val="10000"/>
            </a:schemeClr>
          </a:solidFill>
        </a:ln>
      </dgm:spPr>
      <dgm:t>
        <a:bodyPr/>
        <a:lstStyle/>
        <a:p>
          <a:endParaRPr lang="ru-RU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606B555-549D-4F8B-9B51-2AC735D06338}" type="sibTrans" cxnId="{16C59E64-4C41-45D1-B58F-0C177FC8ED2D}">
      <dgm:prSet/>
      <dgm:spPr/>
      <dgm:t>
        <a:bodyPr/>
        <a:lstStyle/>
        <a:p>
          <a:endParaRPr lang="ru-RU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CCFFABB-10E3-4C26-AB0D-778BA1CBB0E1}">
      <dgm:prSet/>
      <dgm:spPr>
        <a:ln>
          <a:solidFill>
            <a:schemeClr val="tx2">
              <a:lumMod val="75000"/>
              <a:lumOff val="25000"/>
            </a:schemeClr>
          </a:solidFill>
        </a:ln>
      </dgm:spPr>
      <dgm:t>
        <a:bodyPr/>
        <a:lstStyle/>
        <a:p>
          <a:r>
            <a:rPr lang="ru-RU" dirty="0">
              <a:latin typeface="Arial" panose="020B0604020202020204" pitchFamily="34" charset="0"/>
              <a:cs typeface="Arial" panose="020B0604020202020204" pitchFamily="34" charset="0"/>
            </a:rPr>
            <a:t>уровни доступа</a:t>
          </a:r>
        </a:p>
      </dgm:t>
    </dgm:pt>
    <dgm:pt modelId="{D29910A6-6121-428D-83C5-CA3143C0FB93}" type="parTrans" cxnId="{DA178E0C-0A41-4382-8EA4-B736843BD9F8}">
      <dgm:prSet/>
      <dgm:spPr>
        <a:ln>
          <a:solidFill>
            <a:schemeClr val="tx2">
              <a:lumMod val="90000"/>
              <a:lumOff val="10000"/>
            </a:schemeClr>
          </a:solidFill>
        </a:ln>
      </dgm:spPr>
      <dgm:t>
        <a:bodyPr/>
        <a:lstStyle/>
        <a:p>
          <a:endParaRPr lang="ru-RU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473EA78-4D3B-4B6D-A8BD-B7901D850CF6}" type="sibTrans" cxnId="{DA178E0C-0A41-4382-8EA4-B736843BD9F8}">
      <dgm:prSet/>
      <dgm:spPr/>
      <dgm:t>
        <a:bodyPr/>
        <a:lstStyle/>
        <a:p>
          <a:endParaRPr lang="ru-RU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5E312F2-C8E6-4318-B8BB-92433BA6A174}">
      <dgm:prSet phldrT="[Текст]"/>
      <dgm:spPr>
        <a:solidFill>
          <a:schemeClr val="tx2">
            <a:lumMod val="50000"/>
            <a:lumOff val="50000"/>
          </a:schemeClr>
        </a:solidFill>
      </dgm:spPr>
      <dgm:t>
        <a:bodyPr/>
        <a:lstStyle/>
        <a:p>
          <a:pPr>
            <a:buNone/>
          </a:pPr>
          <a:r>
            <a:rPr lang="ru-RU" dirty="0">
              <a:latin typeface="Arial" panose="020B0604020202020204" pitchFamily="34" charset="0"/>
              <a:cs typeface="Arial" panose="020B0604020202020204" pitchFamily="34" charset="0"/>
            </a:rPr>
            <a:t>Безопасность</a:t>
          </a:r>
        </a:p>
      </dgm:t>
    </dgm:pt>
    <dgm:pt modelId="{65DD1494-8A03-421D-B74E-47C69EFDE5D1}" type="sibTrans" cxnId="{F4BD2929-45C8-4BED-BED5-06F59A8A59A5}">
      <dgm:prSet/>
      <dgm:spPr/>
      <dgm:t>
        <a:bodyPr/>
        <a:lstStyle/>
        <a:p>
          <a:endParaRPr lang="ru-RU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B06BA23-3129-40DA-BB13-4624F669A3A8}" type="parTrans" cxnId="{F4BD2929-45C8-4BED-BED5-06F59A8A59A5}">
      <dgm:prSet/>
      <dgm:spPr/>
      <dgm:t>
        <a:bodyPr/>
        <a:lstStyle/>
        <a:p>
          <a:endParaRPr lang="ru-RU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F340697-04DF-4938-A5E2-947830FC7FDA}" type="pres">
      <dgm:prSet presAssocID="{F521826E-B704-431E-B75D-C5A3041BA6C5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5A44B01E-9740-4110-A215-8A5BD1DC72AA}" type="pres">
      <dgm:prSet presAssocID="{F5E312F2-C8E6-4318-B8BB-92433BA6A174}" presName="root" presStyleCnt="0"/>
      <dgm:spPr/>
    </dgm:pt>
    <dgm:pt modelId="{1DE9552C-7FC6-499C-9A14-3B01F5120304}" type="pres">
      <dgm:prSet presAssocID="{F5E312F2-C8E6-4318-B8BB-92433BA6A174}" presName="rootComposite" presStyleCnt="0"/>
      <dgm:spPr/>
    </dgm:pt>
    <dgm:pt modelId="{D3E365A0-44AE-4CB8-8362-721B210258C9}" type="pres">
      <dgm:prSet presAssocID="{F5E312F2-C8E6-4318-B8BB-92433BA6A174}" presName="rootText" presStyleLbl="node1" presStyleIdx="0" presStyleCnt="2" custLinFactX="-3823" custLinFactNeighborX="-100000" custLinFactNeighborY="20302"/>
      <dgm:spPr/>
    </dgm:pt>
    <dgm:pt modelId="{06396C52-E125-4524-975C-941F1E3C3B92}" type="pres">
      <dgm:prSet presAssocID="{F5E312F2-C8E6-4318-B8BB-92433BA6A174}" presName="rootConnector" presStyleLbl="node1" presStyleIdx="0" presStyleCnt="2"/>
      <dgm:spPr/>
    </dgm:pt>
    <dgm:pt modelId="{66711E7E-93F7-4EDE-A103-0315AFBBE393}" type="pres">
      <dgm:prSet presAssocID="{F5E312F2-C8E6-4318-B8BB-92433BA6A174}" presName="childShape" presStyleCnt="0"/>
      <dgm:spPr/>
    </dgm:pt>
    <dgm:pt modelId="{A248A4C6-9A39-4D01-AA32-6BF5B0C20F37}" type="pres">
      <dgm:prSet presAssocID="{2EAFD07F-BD12-4EC4-B40B-0C55526FFEF2}" presName="Name13" presStyleLbl="parChTrans1D2" presStyleIdx="0" presStyleCnt="5"/>
      <dgm:spPr/>
    </dgm:pt>
    <dgm:pt modelId="{DA9B9293-7A91-424A-BC14-34AA30D11D3D}" type="pres">
      <dgm:prSet presAssocID="{EBEBAF40-59F0-407B-AACE-B4FAED1819EE}" presName="childText" presStyleLbl="bgAcc1" presStyleIdx="0" presStyleCnt="5" custLinFactX="-31266" custLinFactNeighborX="-100000" custLinFactNeighborY="17110">
        <dgm:presLayoutVars>
          <dgm:bulletEnabled val="1"/>
        </dgm:presLayoutVars>
      </dgm:prSet>
      <dgm:spPr/>
    </dgm:pt>
    <dgm:pt modelId="{B3DD119B-8144-4685-B5AE-3094E9303977}" type="pres">
      <dgm:prSet presAssocID="{C83EF4A9-AEA8-4870-ABB7-663049538872}" presName="Name13" presStyleLbl="parChTrans1D2" presStyleIdx="1" presStyleCnt="5"/>
      <dgm:spPr/>
    </dgm:pt>
    <dgm:pt modelId="{32A23A84-A7E2-4C82-AD61-3D7F86EAB1BD}" type="pres">
      <dgm:prSet presAssocID="{3CE140C8-E347-4485-BDDF-5F433917BC17}" presName="childText" presStyleLbl="bgAcc1" presStyleIdx="1" presStyleCnt="5" custLinFactNeighborX="-97827" custLinFactNeighborY="2846">
        <dgm:presLayoutVars>
          <dgm:bulletEnabled val="1"/>
        </dgm:presLayoutVars>
      </dgm:prSet>
      <dgm:spPr/>
    </dgm:pt>
    <dgm:pt modelId="{21E7B341-3FEB-4326-A8BB-D11FC069D933}" type="pres">
      <dgm:prSet presAssocID="{D29910A6-6121-428D-83C5-CA3143C0FB93}" presName="Name13" presStyleLbl="parChTrans1D2" presStyleIdx="2" presStyleCnt="5"/>
      <dgm:spPr/>
    </dgm:pt>
    <dgm:pt modelId="{CC86F742-3E06-4D62-8638-9D1CDDA5F1FA}" type="pres">
      <dgm:prSet presAssocID="{CCCFFABB-10E3-4C26-AB0D-778BA1CBB0E1}" presName="childText" presStyleLbl="bgAcc1" presStyleIdx="2" presStyleCnt="5" custLinFactNeighborX="-50158" custLinFactNeighborY="-6830">
        <dgm:presLayoutVars>
          <dgm:bulletEnabled val="1"/>
        </dgm:presLayoutVars>
      </dgm:prSet>
      <dgm:spPr/>
    </dgm:pt>
    <dgm:pt modelId="{6E1DE5B8-E123-405B-8E79-64044A05F522}" type="pres">
      <dgm:prSet presAssocID="{7943B79F-7F41-4624-8E12-FC2C69FD25A9}" presName="root" presStyleCnt="0"/>
      <dgm:spPr/>
    </dgm:pt>
    <dgm:pt modelId="{EB3CA978-927C-4D14-8465-577153C5E4E7}" type="pres">
      <dgm:prSet presAssocID="{7943B79F-7F41-4624-8E12-FC2C69FD25A9}" presName="rootComposite" presStyleCnt="0"/>
      <dgm:spPr/>
    </dgm:pt>
    <dgm:pt modelId="{0B92BD65-69C6-47A4-8E48-C38DAAE9547C}" type="pres">
      <dgm:prSet presAssocID="{7943B79F-7F41-4624-8E12-FC2C69FD25A9}" presName="rootText" presStyleLbl="node1" presStyleIdx="1" presStyleCnt="2" custLinFactNeighborX="-21344" custLinFactNeighborY="26751"/>
      <dgm:spPr/>
    </dgm:pt>
    <dgm:pt modelId="{39AF3E82-A606-4F52-BC1B-D9B8991D176E}" type="pres">
      <dgm:prSet presAssocID="{7943B79F-7F41-4624-8E12-FC2C69FD25A9}" presName="rootConnector" presStyleLbl="node1" presStyleIdx="1" presStyleCnt="2"/>
      <dgm:spPr/>
    </dgm:pt>
    <dgm:pt modelId="{A658BDE4-2889-47D8-8A12-90BF4119AF3A}" type="pres">
      <dgm:prSet presAssocID="{7943B79F-7F41-4624-8E12-FC2C69FD25A9}" presName="childShape" presStyleCnt="0"/>
      <dgm:spPr/>
    </dgm:pt>
    <dgm:pt modelId="{11CB4345-EFD5-4A54-A201-43B4F9882361}" type="pres">
      <dgm:prSet presAssocID="{BC4167DE-9526-4B13-A151-C37B76395BA3}" presName="Name13" presStyleLbl="parChTrans1D2" presStyleIdx="3" presStyleCnt="5"/>
      <dgm:spPr/>
    </dgm:pt>
    <dgm:pt modelId="{828DD3D0-D4A5-4AB5-8AF3-4B683A2F378F}" type="pres">
      <dgm:prSet presAssocID="{448CA346-A4A2-42FC-9CD2-612BD7F52E69}" presName="childText" presStyleLbl="bgAcc1" presStyleIdx="3" presStyleCnt="5" custLinFactNeighborX="-17076" custLinFactNeighborY="55245">
        <dgm:presLayoutVars>
          <dgm:bulletEnabled val="1"/>
        </dgm:presLayoutVars>
      </dgm:prSet>
      <dgm:spPr/>
    </dgm:pt>
    <dgm:pt modelId="{0BA39C2E-F30E-4C49-9750-F11878A6A825}" type="pres">
      <dgm:prSet presAssocID="{D20D1422-2CF3-4402-BCC0-6242C5D4A441}" presName="Name13" presStyleLbl="parChTrans1D2" presStyleIdx="4" presStyleCnt="5"/>
      <dgm:spPr/>
    </dgm:pt>
    <dgm:pt modelId="{128156C9-85B1-4DD7-BDA7-0CA45A76E9E0}" type="pres">
      <dgm:prSet presAssocID="{1B2E1DB3-C20D-4DF7-97B4-59DB5173403E}" presName="childText" presStyleLbl="bgAcc1" presStyleIdx="4" presStyleCnt="5" custLinFactNeighborX="48380" custLinFactNeighborY="59194">
        <dgm:presLayoutVars>
          <dgm:bulletEnabled val="1"/>
        </dgm:presLayoutVars>
      </dgm:prSet>
      <dgm:spPr/>
    </dgm:pt>
  </dgm:ptLst>
  <dgm:cxnLst>
    <dgm:cxn modelId="{DA178E0C-0A41-4382-8EA4-B736843BD9F8}" srcId="{F5E312F2-C8E6-4318-B8BB-92433BA6A174}" destId="{CCCFFABB-10E3-4C26-AB0D-778BA1CBB0E1}" srcOrd="2" destOrd="0" parTransId="{D29910A6-6121-428D-83C5-CA3143C0FB93}" sibTransId="{5473EA78-4D3B-4B6D-A8BD-B7901D850CF6}"/>
    <dgm:cxn modelId="{878B110F-71D8-46EE-927C-493DA89B38A3}" type="presOf" srcId="{3CE140C8-E347-4485-BDDF-5F433917BC17}" destId="{32A23A84-A7E2-4C82-AD61-3D7F86EAB1BD}" srcOrd="0" destOrd="0" presId="urn:microsoft.com/office/officeart/2005/8/layout/hierarchy3"/>
    <dgm:cxn modelId="{A81E9C0F-2D5A-47FB-A131-326462106AFD}" srcId="{7943B79F-7F41-4624-8E12-FC2C69FD25A9}" destId="{448CA346-A4A2-42FC-9CD2-612BD7F52E69}" srcOrd="0" destOrd="0" parTransId="{BC4167DE-9526-4B13-A151-C37B76395BA3}" sibTransId="{00F5C329-8051-4476-AA44-0924C2F553EC}"/>
    <dgm:cxn modelId="{D13A9F14-FF5B-468A-8A7A-06E0C715A06F}" type="presOf" srcId="{2EAFD07F-BD12-4EC4-B40B-0C55526FFEF2}" destId="{A248A4C6-9A39-4D01-AA32-6BF5B0C20F37}" srcOrd="0" destOrd="0" presId="urn:microsoft.com/office/officeart/2005/8/layout/hierarchy3"/>
    <dgm:cxn modelId="{CAB42218-498B-490A-B98F-89E7DBA841AC}" type="presOf" srcId="{D29910A6-6121-428D-83C5-CA3143C0FB93}" destId="{21E7B341-3FEB-4326-A8BB-D11FC069D933}" srcOrd="0" destOrd="0" presId="urn:microsoft.com/office/officeart/2005/8/layout/hierarchy3"/>
    <dgm:cxn modelId="{64B51321-5871-4BD5-9AAA-04C17FD569DE}" type="presOf" srcId="{EBEBAF40-59F0-407B-AACE-B4FAED1819EE}" destId="{DA9B9293-7A91-424A-BC14-34AA30D11D3D}" srcOrd="0" destOrd="0" presId="urn:microsoft.com/office/officeart/2005/8/layout/hierarchy3"/>
    <dgm:cxn modelId="{FAACA821-AA0D-479D-8964-E4909640C994}" type="presOf" srcId="{448CA346-A4A2-42FC-9CD2-612BD7F52E69}" destId="{828DD3D0-D4A5-4AB5-8AF3-4B683A2F378F}" srcOrd="0" destOrd="0" presId="urn:microsoft.com/office/officeart/2005/8/layout/hierarchy3"/>
    <dgm:cxn modelId="{07833723-3187-4309-B39C-73301CC4F4EE}" srcId="{F5E312F2-C8E6-4318-B8BB-92433BA6A174}" destId="{EBEBAF40-59F0-407B-AACE-B4FAED1819EE}" srcOrd="0" destOrd="0" parTransId="{2EAFD07F-BD12-4EC4-B40B-0C55526FFEF2}" sibTransId="{50219FF0-A06E-4B76-984F-CA15969F7963}"/>
    <dgm:cxn modelId="{F4BD2929-45C8-4BED-BED5-06F59A8A59A5}" srcId="{F521826E-B704-431E-B75D-C5A3041BA6C5}" destId="{F5E312F2-C8E6-4318-B8BB-92433BA6A174}" srcOrd="0" destOrd="0" parTransId="{AB06BA23-3129-40DA-BB13-4624F669A3A8}" sibTransId="{65DD1494-8A03-421D-B74E-47C69EFDE5D1}"/>
    <dgm:cxn modelId="{16C59E64-4C41-45D1-B58F-0C177FC8ED2D}" srcId="{7943B79F-7F41-4624-8E12-FC2C69FD25A9}" destId="{1B2E1DB3-C20D-4DF7-97B4-59DB5173403E}" srcOrd="1" destOrd="0" parTransId="{D20D1422-2CF3-4402-BCC0-6242C5D4A441}" sibTransId="{5606B555-549D-4F8B-9B51-2AC735D06338}"/>
    <dgm:cxn modelId="{A9EDC249-E3F0-4C78-B96A-A670F9182025}" type="presOf" srcId="{CCCFFABB-10E3-4C26-AB0D-778BA1CBB0E1}" destId="{CC86F742-3E06-4D62-8638-9D1CDDA5F1FA}" srcOrd="0" destOrd="0" presId="urn:microsoft.com/office/officeart/2005/8/layout/hierarchy3"/>
    <dgm:cxn modelId="{923D484B-88B6-4377-BABF-CA0C2C06F6C8}" type="presOf" srcId="{BC4167DE-9526-4B13-A151-C37B76395BA3}" destId="{11CB4345-EFD5-4A54-A201-43B4F9882361}" srcOrd="0" destOrd="0" presId="urn:microsoft.com/office/officeart/2005/8/layout/hierarchy3"/>
    <dgm:cxn modelId="{D3AE1A5A-CAD2-43B8-BB4B-72CC72C25770}" type="presOf" srcId="{C83EF4A9-AEA8-4870-ABB7-663049538872}" destId="{B3DD119B-8144-4685-B5AE-3094E9303977}" srcOrd="0" destOrd="0" presId="urn:microsoft.com/office/officeart/2005/8/layout/hierarchy3"/>
    <dgm:cxn modelId="{259EA9A7-89B5-46AE-96FE-40D9B4ABC3F8}" type="presOf" srcId="{F5E312F2-C8E6-4318-B8BB-92433BA6A174}" destId="{06396C52-E125-4524-975C-941F1E3C3B92}" srcOrd="1" destOrd="0" presId="urn:microsoft.com/office/officeart/2005/8/layout/hierarchy3"/>
    <dgm:cxn modelId="{41C21EBE-F6CB-41DA-A047-28036CC10697}" type="presOf" srcId="{1B2E1DB3-C20D-4DF7-97B4-59DB5173403E}" destId="{128156C9-85B1-4DD7-BDA7-0CA45A76E9E0}" srcOrd="0" destOrd="0" presId="urn:microsoft.com/office/officeart/2005/8/layout/hierarchy3"/>
    <dgm:cxn modelId="{ABDFCEC4-ABAD-4973-AAF1-6EFDC6A68F11}" type="presOf" srcId="{F5E312F2-C8E6-4318-B8BB-92433BA6A174}" destId="{D3E365A0-44AE-4CB8-8362-721B210258C9}" srcOrd="0" destOrd="0" presId="urn:microsoft.com/office/officeart/2005/8/layout/hierarchy3"/>
    <dgm:cxn modelId="{89FACAC6-C845-4281-966A-AB477A87D530}" srcId="{F521826E-B704-431E-B75D-C5A3041BA6C5}" destId="{7943B79F-7F41-4624-8E12-FC2C69FD25A9}" srcOrd="1" destOrd="0" parTransId="{ED1ED0BA-EAFD-4034-B221-4C5FBB9A86ED}" sibTransId="{F8FF0C90-1B91-4325-9D96-4B2FCFCC2B80}"/>
    <dgm:cxn modelId="{131968D4-3702-44DF-A4A6-E4EB3E038682}" srcId="{F5E312F2-C8E6-4318-B8BB-92433BA6A174}" destId="{3CE140C8-E347-4485-BDDF-5F433917BC17}" srcOrd="1" destOrd="0" parTransId="{C83EF4A9-AEA8-4870-ABB7-663049538872}" sibTransId="{91F02396-E0AE-4056-A0BB-F150FEFA0C7F}"/>
    <dgm:cxn modelId="{1C5D9AD9-DA1E-424C-862D-844FCD8738F7}" type="presOf" srcId="{7943B79F-7F41-4624-8E12-FC2C69FD25A9}" destId="{0B92BD65-69C6-47A4-8E48-C38DAAE9547C}" srcOrd="0" destOrd="0" presId="urn:microsoft.com/office/officeart/2005/8/layout/hierarchy3"/>
    <dgm:cxn modelId="{3817C8F2-E812-49CC-9519-7C6DD236520C}" type="presOf" srcId="{7943B79F-7F41-4624-8E12-FC2C69FD25A9}" destId="{39AF3E82-A606-4F52-BC1B-D9B8991D176E}" srcOrd="1" destOrd="0" presId="urn:microsoft.com/office/officeart/2005/8/layout/hierarchy3"/>
    <dgm:cxn modelId="{4D9F37F9-C4D9-445C-B1D9-1E18A5C344A4}" type="presOf" srcId="{D20D1422-2CF3-4402-BCC0-6242C5D4A441}" destId="{0BA39C2E-F30E-4C49-9750-F11878A6A825}" srcOrd="0" destOrd="0" presId="urn:microsoft.com/office/officeart/2005/8/layout/hierarchy3"/>
    <dgm:cxn modelId="{785C9CFC-0109-47AB-B299-C005D32B61C5}" type="presOf" srcId="{F521826E-B704-431E-B75D-C5A3041BA6C5}" destId="{BF340697-04DF-4938-A5E2-947830FC7FDA}" srcOrd="0" destOrd="0" presId="urn:microsoft.com/office/officeart/2005/8/layout/hierarchy3"/>
    <dgm:cxn modelId="{9DBCFC23-CF67-45B5-B381-8208465B53D1}" type="presParOf" srcId="{BF340697-04DF-4938-A5E2-947830FC7FDA}" destId="{5A44B01E-9740-4110-A215-8A5BD1DC72AA}" srcOrd="0" destOrd="0" presId="urn:microsoft.com/office/officeart/2005/8/layout/hierarchy3"/>
    <dgm:cxn modelId="{D367E942-AA5C-4453-8B41-BE5741EB9FB7}" type="presParOf" srcId="{5A44B01E-9740-4110-A215-8A5BD1DC72AA}" destId="{1DE9552C-7FC6-499C-9A14-3B01F5120304}" srcOrd="0" destOrd="0" presId="urn:microsoft.com/office/officeart/2005/8/layout/hierarchy3"/>
    <dgm:cxn modelId="{6A1CC146-383A-42C9-92E8-6A860C89D090}" type="presParOf" srcId="{1DE9552C-7FC6-499C-9A14-3B01F5120304}" destId="{D3E365A0-44AE-4CB8-8362-721B210258C9}" srcOrd="0" destOrd="0" presId="urn:microsoft.com/office/officeart/2005/8/layout/hierarchy3"/>
    <dgm:cxn modelId="{72DFBB0E-FBED-4747-99D5-D95607B39F56}" type="presParOf" srcId="{1DE9552C-7FC6-499C-9A14-3B01F5120304}" destId="{06396C52-E125-4524-975C-941F1E3C3B92}" srcOrd="1" destOrd="0" presId="urn:microsoft.com/office/officeart/2005/8/layout/hierarchy3"/>
    <dgm:cxn modelId="{EFCAEC3D-485B-43AE-BEC1-5CDCA10B3C12}" type="presParOf" srcId="{5A44B01E-9740-4110-A215-8A5BD1DC72AA}" destId="{66711E7E-93F7-4EDE-A103-0315AFBBE393}" srcOrd="1" destOrd="0" presId="urn:microsoft.com/office/officeart/2005/8/layout/hierarchy3"/>
    <dgm:cxn modelId="{FB089C1E-3D8D-47FC-9A05-D1283AFEE4DE}" type="presParOf" srcId="{66711E7E-93F7-4EDE-A103-0315AFBBE393}" destId="{A248A4C6-9A39-4D01-AA32-6BF5B0C20F37}" srcOrd="0" destOrd="0" presId="urn:microsoft.com/office/officeart/2005/8/layout/hierarchy3"/>
    <dgm:cxn modelId="{C5529788-4B5B-4F48-8D8A-D6A749FE99D5}" type="presParOf" srcId="{66711E7E-93F7-4EDE-A103-0315AFBBE393}" destId="{DA9B9293-7A91-424A-BC14-34AA30D11D3D}" srcOrd="1" destOrd="0" presId="urn:microsoft.com/office/officeart/2005/8/layout/hierarchy3"/>
    <dgm:cxn modelId="{1ECE4028-F686-4492-8C5F-C7A91B156204}" type="presParOf" srcId="{66711E7E-93F7-4EDE-A103-0315AFBBE393}" destId="{B3DD119B-8144-4685-B5AE-3094E9303977}" srcOrd="2" destOrd="0" presId="urn:microsoft.com/office/officeart/2005/8/layout/hierarchy3"/>
    <dgm:cxn modelId="{A9CC0023-D6D8-4B78-ACB9-2C8A91EFAA73}" type="presParOf" srcId="{66711E7E-93F7-4EDE-A103-0315AFBBE393}" destId="{32A23A84-A7E2-4C82-AD61-3D7F86EAB1BD}" srcOrd="3" destOrd="0" presId="urn:microsoft.com/office/officeart/2005/8/layout/hierarchy3"/>
    <dgm:cxn modelId="{E0B3B260-4104-47DA-ADF1-4F35B0C9E4D2}" type="presParOf" srcId="{66711E7E-93F7-4EDE-A103-0315AFBBE393}" destId="{21E7B341-3FEB-4326-A8BB-D11FC069D933}" srcOrd="4" destOrd="0" presId="urn:microsoft.com/office/officeart/2005/8/layout/hierarchy3"/>
    <dgm:cxn modelId="{FE805BB6-E76D-4A24-9A2F-784B1D3A2838}" type="presParOf" srcId="{66711E7E-93F7-4EDE-A103-0315AFBBE393}" destId="{CC86F742-3E06-4D62-8638-9D1CDDA5F1FA}" srcOrd="5" destOrd="0" presId="urn:microsoft.com/office/officeart/2005/8/layout/hierarchy3"/>
    <dgm:cxn modelId="{47E62DBA-79A4-4009-89A7-C0F037A4461E}" type="presParOf" srcId="{BF340697-04DF-4938-A5E2-947830FC7FDA}" destId="{6E1DE5B8-E123-405B-8E79-64044A05F522}" srcOrd="1" destOrd="0" presId="urn:microsoft.com/office/officeart/2005/8/layout/hierarchy3"/>
    <dgm:cxn modelId="{D9309C2A-F7AD-4ED6-8B15-D90D1376BB04}" type="presParOf" srcId="{6E1DE5B8-E123-405B-8E79-64044A05F522}" destId="{EB3CA978-927C-4D14-8465-577153C5E4E7}" srcOrd="0" destOrd="0" presId="urn:microsoft.com/office/officeart/2005/8/layout/hierarchy3"/>
    <dgm:cxn modelId="{95BE70A4-3C86-42C7-96C9-6A2A9D25C8F1}" type="presParOf" srcId="{EB3CA978-927C-4D14-8465-577153C5E4E7}" destId="{0B92BD65-69C6-47A4-8E48-C38DAAE9547C}" srcOrd="0" destOrd="0" presId="urn:microsoft.com/office/officeart/2005/8/layout/hierarchy3"/>
    <dgm:cxn modelId="{876B9274-A1E8-44AD-9D33-6831A1453DF4}" type="presParOf" srcId="{EB3CA978-927C-4D14-8465-577153C5E4E7}" destId="{39AF3E82-A606-4F52-BC1B-D9B8991D176E}" srcOrd="1" destOrd="0" presId="urn:microsoft.com/office/officeart/2005/8/layout/hierarchy3"/>
    <dgm:cxn modelId="{D49D66CB-FB42-4639-A792-D7B8FED52BB7}" type="presParOf" srcId="{6E1DE5B8-E123-405B-8E79-64044A05F522}" destId="{A658BDE4-2889-47D8-8A12-90BF4119AF3A}" srcOrd="1" destOrd="0" presId="urn:microsoft.com/office/officeart/2005/8/layout/hierarchy3"/>
    <dgm:cxn modelId="{8BEB12F5-E717-4943-B48C-D878BD4E2403}" type="presParOf" srcId="{A658BDE4-2889-47D8-8A12-90BF4119AF3A}" destId="{11CB4345-EFD5-4A54-A201-43B4F9882361}" srcOrd="0" destOrd="0" presId="urn:microsoft.com/office/officeart/2005/8/layout/hierarchy3"/>
    <dgm:cxn modelId="{01E75A35-8F68-407C-B3DA-3BC796CEE690}" type="presParOf" srcId="{A658BDE4-2889-47D8-8A12-90BF4119AF3A}" destId="{828DD3D0-D4A5-4AB5-8AF3-4B683A2F378F}" srcOrd="1" destOrd="0" presId="urn:microsoft.com/office/officeart/2005/8/layout/hierarchy3"/>
    <dgm:cxn modelId="{7E859AA0-36EE-4658-8A8B-73B5BDC994D9}" type="presParOf" srcId="{A658BDE4-2889-47D8-8A12-90BF4119AF3A}" destId="{0BA39C2E-F30E-4C49-9750-F11878A6A825}" srcOrd="2" destOrd="0" presId="urn:microsoft.com/office/officeart/2005/8/layout/hierarchy3"/>
    <dgm:cxn modelId="{BFDA0163-34C0-4331-814F-7C7CA9A2C0F9}" type="presParOf" srcId="{A658BDE4-2889-47D8-8A12-90BF4119AF3A}" destId="{128156C9-85B1-4DD7-BDA7-0CA45A76E9E0}" srcOrd="3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EBFAE3F-6AD1-4E24-9CD6-9722E60A9D2E}" type="doc">
      <dgm:prSet loTypeId="urn:microsoft.com/office/officeart/2005/8/layout/pyramid2" loCatId="pyramid" qsTypeId="urn:microsoft.com/office/officeart/2005/8/quickstyle/simple1" qsCatId="simple" csTypeId="urn:microsoft.com/office/officeart/2005/8/colors/accent1_2" csCatId="accent1" phldr="1"/>
      <dgm:spPr/>
    </dgm:pt>
    <dgm:pt modelId="{4CF61085-C13B-4315-8924-718503E4697E}">
      <dgm:prSet phldrT="[Текст]"/>
      <dgm:spPr>
        <a:solidFill>
          <a:schemeClr val="bg1"/>
        </a:solidFill>
        <a:ln>
          <a:solidFill>
            <a:schemeClr val="bg2">
              <a:lumMod val="50000"/>
              <a:lumOff val="50000"/>
            </a:schemeClr>
          </a:solidFill>
        </a:ln>
      </dgm:spPr>
      <dgm:t>
        <a:bodyPr/>
        <a:lstStyle/>
        <a:p>
          <a:r>
            <a:rPr lang="ru-RU" b="1" dirty="0">
              <a:solidFill>
                <a:schemeClr val="tx1"/>
              </a:solidFill>
            </a:rPr>
            <a:t>Иерархия шрифтов</a:t>
          </a:r>
        </a:p>
      </dgm:t>
    </dgm:pt>
    <dgm:pt modelId="{51D55DA4-530D-4011-B33E-70545BD8D585}" type="parTrans" cxnId="{E6895AF0-472E-4665-BD38-4E74D2AF6A6C}">
      <dgm:prSet/>
      <dgm:spPr/>
      <dgm:t>
        <a:bodyPr/>
        <a:lstStyle/>
        <a:p>
          <a:endParaRPr lang="ru-RU"/>
        </a:p>
      </dgm:t>
    </dgm:pt>
    <dgm:pt modelId="{34B99698-7EFD-4347-9E72-5728ED72FDD0}" type="sibTrans" cxnId="{E6895AF0-472E-4665-BD38-4E74D2AF6A6C}">
      <dgm:prSet/>
      <dgm:spPr/>
      <dgm:t>
        <a:bodyPr/>
        <a:lstStyle/>
        <a:p>
          <a:endParaRPr lang="ru-RU"/>
        </a:p>
      </dgm:t>
    </dgm:pt>
    <dgm:pt modelId="{9B343925-5784-41B1-A26C-8410C476B39D}">
      <dgm:prSet phldrT="[Текст]"/>
      <dgm:spPr>
        <a:solidFill>
          <a:schemeClr val="bg1"/>
        </a:solidFill>
        <a:ln>
          <a:solidFill>
            <a:schemeClr val="bg2">
              <a:lumMod val="50000"/>
              <a:lumOff val="50000"/>
            </a:schemeClr>
          </a:solidFill>
        </a:ln>
      </dgm:spPr>
      <dgm:t>
        <a:bodyPr/>
        <a:lstStyle/>
        <a:p>
          <a:r>
            <a:rPr lang="ru-RU" b="1" dirty="0">
              <a:solidFill>
                <a:schemeClr val="tx1"/>
              </a:solidFill>
            </a:rPr>
            <a:t>Минимализм</a:t>
          </a:r>
        </a:p>
      </dgm:t>
    </dgm:pt>
    <dgm:pt modelId="{5B763FD0-EA22-4258-9861-3F80BA893E63}" type="parTrans" cxnId="{CE36009E-238C-4E0F-8C24-730B6198E382}">
      <dgm:prSet/>
      <dgm:spPr/>
      <dgm:t>
        <a:bodyPr/>
        <a:lstStyle/>
        <a:p>
          <a:endParaRPr lang="ru-RU"/>
        </a:p>
      </dgm:t>
    </dgm:pt>
    <dgm:pt modelId="{DB626184-D495-409A-AF9B-667C6C2881FA}" type="sibTrans" cxnId="{CE36009E-238C-4E0F-8C24-730B6198E382}">
      <dgm:prSet/>
      <dgm:spPr/>
      <dgm:t>
        <a:bodyPr/>
        <a:lstStyle/>
        <a:p>
          <a:endParaRPr lang="ru-RU"/>
        </a:p>
      </dgm:t>
    </dgm:pt>
    <dgm:pt modelId="{4A593993-F58C-4994-BCC7-F9746757F108}">
      <dgm:prSet phldrT="[Текст]"/>
      <dgm:spPr>
        <a:solidFill>
          <a:schemeClr val="bg1"/>
        </a:solidFill>
        <a:ln>
          <a:solidFill>
            <a:schemeClr val="bg2">
              <a:lumMod val="50000"/>
              <a:lumOff val="50000"/>
            </a:schemeClr>
          </a:solidFill>
        </a:ln>
      </dgm:spPr>
      <dgm:t>
        <a:bodyPr/>
        <a:lstStyle/>
        <a:p>
          <a:r>
            <a:rPr lang="ru-RU" b="1" dirty="0">
              <a:solidFill>
                <a:schemeClr val="tx1"/>
              </a:solidFill>
            </a:rPr>
            <a:t>Простое цветовое решение</a:t>
          </a:r>
        </a:p>
      </dgm:t>
    </dgm:pt>
    <dgm:pt modelId="{E952A477-0569-4305-B940-4A075375B664}" type="parTrans" cxnId="{DE484BE7-2A2E-4A15-BCC3-1CA145F53AE1}">
      <dgm:prSet/>
      <dgm:spPr/>
      <dgm:t>
        <a:bodyPr/>
        <a:lstStyle/>
        <a:p>
          <a:endParaRPr lang="ru-RU"/>
        </a:p>
      </dgm:t>
    </dgm:pt>
    <dgm:pt modelId="{55A91658-BFF8-4BFF-96F4-275B7A33C272}" type="sibTrans" cxnId="{DE484BE7-2A2E-4A15-BCC3-1CA145F53AE1}">
      <dgm:prSet/>
      <dgm:spPr/>
      <dgm:t>
        <a:bodyPr/>
        <a:lstStyle/>
        <a:p>
          <a:endParaRPr lang="ru-RU"/>
        </a:p>
      </dgm:t>
    </dgm:pt>
    <dgm:pt modelId="{79BB5C08-1E8E-4B28-BF18-38B3E59794AF}" type="pres">
      <dgm:prSet presAssocID="{9EBFAE3F-6AD1-4E24-9CD6-9722E60A9D2E}" presName="compositeShape" presStyleCnt="0">
        <dgm:presLayoutVars>
          <dgm:dir/>
          <dgm:resizeHandles/>
        </dgm:presLayoutVars>
      </dgm:prSet>
      <dgm:spPr/>
    </dgm:pt>
    <dgm:pt modelId="{59E5B104-1AD4-4C41-9223-C3E7FA2D17E2}" type="pres">
      <dgm:prSet presAssocID="{9EBFAE3F-6AD1-4E24-9CD6-9722E60A9D2E}" presName="pyramid" presStyleLbl="node1" presStyleIdx="0" presStyleCnt="1" custScaleX="113681" custScaleY="100000" custLinFactNeighborX="-3516" custLinFactNeighborY="12563"/>
      <dgm:spPr>
        <a:solidFill>
          <a:schemeClr val="bg2">
            <a:lumMod val="50000"/>
          </a:schemeClr>
        </a:solidFill>
      </dgm:spPr>
    </dgm:pt>
    <dgm:pt modelId="{18AA1EA5-92E2-48DD-89EA-F67F111110E0}" type="pres">
      <dgm:prSet presAssocID="{9EBFAE3F-6AD1-4E24-9CD6-9722E60A9D2E}" presName="theList" presStyleCnt="0"/>
      <dgm:spPr/>
    </dgm:pt>
    <dgm:pt modelId="{9041FEE5-3BD7-44D4-9B0E-3532C155580D}" type="pres">
      <dgm:prSet presAssocID="{4CF61085-C13B-4315-8924-718503E4697E}" presName="aNode" presStyleLbl="fgAcc1" presStyleIdx="0" presStyleCnt="3" custLinFactY="5651" custLinFactNeighborX="-46267" custLinFactNeighborY="100000">
        <dgm:presLayoutVars>
          <dgm:bulletEnabled val="1"/>
        </dgm:presLayoutVars>
      </dgm:prSet>
      <dgm:spPr/>
    </dgm:pt>
    <dgm:pt modelId="{97641436-4D33-4AA7-944F-AF14C3D768C3}" type="pres">
      <dgm:prSet presAssocID="{4CF61085-C13B-4315-8924-718503E4697E}" presName="aSpace" presStyleCnt="0"/>
      <dgm:spPr/>
    </dgm:pt>
    <dgm:pt modelId="{46D7A753-E546-4A96-8727-1854E22F2E8B}" type="pres">
      <dgm:prSet presAssocID="{9B343925-5784-41B1-A26C-8410C476B39D}" presName="aNode" presStyleLbl="fgAcc1" presStyleIdx="1" presStyleCnt="3" custLinFactY="5651" custLinFactNeighborX="-46267" custLinFactNeighborY="100000">
        <dgm:presLayoutVars>
          <dgm:bulletEnabled val="1"/>
        </dgm:presLayoutVars>
      </dgm:prSet>
      <dgm:spPr/>
    </dgm:pt>
    <dgm:pt modelId="{10EEA7AD-C7EB-49B9-8E68-2AA733A12EAC}" type="pres">
      <dgm:prSet presAssocID="{9B343925-5784-41B1-A26C-8410C476B39D}" presName="aSpace" presStyleCnt="0"/>
      <dgm:spPr/>
    </dgm:pt>
    <dgm:pt modelId="{AFE35A28-96C2-4060-A9F6-D988E5252DD5}" type="pres">
      <dgm:prSet presAssocID="{4A593993-F58C-4994-BCC7-F9746757F108}" presName="aNode" presStyleLbl="fgAcc1" presStyleIdx="2" presStyleCnt="3" custLinFactY="5651" custLinFactNeighborX="-46267" custLinFactNeighborY="100000">
        <dgm:presLayoutVars>
          <dgm:bulletEnabled val="1"/>
        </dgm:presLayoutVars>
      </dgm:prSet>
      <dgm:spPr/>
    </dgm:pt>
    <dgm:pt modelId="{C7C73D6D-C631-4C8B-8A81-B5D99FE36985}" type="pres">
      <dgm:prSet presAssocID="{4A593993-F58C-4994-BCC7-F9746757F108}" presName="aSpace" presStyleCnt="0"/>
      <dgm:spPr/>
    </dgm:pt>
  </dgm:ptLst>
  <dgm:cxnLst>
    <dgm:cxn modelId="{477B651C-A3D3-45C1-B616-194ADCE3021E}" type="presOf" srcId="{9EBFAE3F-6AD1-4E24-9CD6-9722E60A9D2E}" destId="{79BB5C08-1E8E-4B28-BF18-38B3E59794AF}" srcOrd="0" destOrd="0" presId="urn:microsoft.com/office/officeart/2005/8/layout/pyramid2"/>
    <dgm:cxn modelId="{117EAB49-6FCF-4F1F-9C4F-07B3BC7CADB6}" type="presOf" srcId="{4A593993-F58C-4994-BCC7-F9746757F108}" destId="{AFE35A28-96C2-4060-A9F6-D988E5252DD5}" srcOrd="0" destOrd="0" presId="urn:microsoft.com/office/officeart/2005/8/layout/pyramid2"/>
    <dgm:cxn modelId="{925E5994-8CF2-4096-B89B-9FEBA2585AB1}" type="presOf" srcId="{4CF61085-C13B-4315-8924-718503E4697E}" destId="{9041FEE5-3BD7-44D4-9B0E-3532C155580D}" srcOrd="0" destOrd="0" presId="urn:microsoft.com/office/officeart/2005/8/layout/pyramid2"/>
    <dgm:cxn modelId="{CE36009E-238C-4E0F-8C24-730B6198E382}" srcId="{9EBFAE3F-6AD1-4E24-9CD6-9722E60A9D2E}" destId="{9B343925-5784-41B1-A26C-8410C476B39D}" srcOrd="1" destOrd="0" parTransId="{5B763FD0-EA22-4258-9861-3F80BA893E63}" sibTransId="{DB626184-D495-409A-AF9B-667C6C2881FA}"/>
    <dgm:cxn modelId="{4F4325B4-2DF0-42EC-971F-4DBBF784F33E}" type="presOf" srcId="{9B343925-5784-41B1-A26C-8410C476B39D}" destId="{46D7A753-E546-4A96-8727-1854E22F2E8B}" srcOrd="0" destOrd="0" presId="urn:microsoft.com/office/officeart/2005/8/layout/pyramid2"/>
    <dgm:cxn modelId="{DE484BE7-2A2E-4A15-BCC3-1CA145F53AE1}" srcId="{9EBFAE3F-6AD1-4E24-9CD6-9722E60A9D2E}" destId="{4A593993-F58C-4994-BCC7-F9746757F108}" srcOrd="2" destOrd="0" parTransId="{E952A477-0569-4305-B940-4A075375B664}" sibTransId="{55A91658-BFF8-4BFF-96F4-275B7A33C272}"/>
    <dgm:cxn modelId="{E6895AF0-472E-4665-BD38-4E74D2AF6A6C}" srcId="{9EBFAE3F-6AD1-4E24-9CD6-9722E60A9D2E}" destId="{4CF61085-C13B-4315-8924-718503E4697E}" srcOrd="0" destOrd="0" parTransId="{51D55DA4-530D-4011-B33E-70545BD8D585}" sibTransId="{34B99698-7EFD-4347-9E72-5728ED72FDD0}"/>
    <dgm:cxn modelId="{496B4129-6754-4632-8968-DE29A7A96456}" type="presParOf" srcId="{79BB5C08-1E8E-4B28-BF18-38B3E59794AF}" destId="{59E5B104-1AD4-4C41-9223-C3E7FA2D17E2}" srcOrd="0" destOrd="0" presId="urn:microsoft.com/office/officeart/2005/8/layout/pyramid2"/>
    <dgm:cxn modelId="{643EA355-56FF-4C16-9FF8-7FAEB278F943}" type="presParOf" srcId="{79BB5C08-1E8E-4B28-BF18-38B3E59794AF}" destId="{18AA1EA5-92E2-48DD-89EA-F67F111110E0}" srcOrd="1" destOrd="0" presId="urn:microsoft.com/office/officeart/2005/8/layout/pyramid2"/>
    <dgm:cxn modelId="{B745CF31-DF00-4807-A7C5-5C96C7089179}" type="presParOf" srcId="{18AA1EA5-92E2-48DD-89EA-F67F111110E0}" destId="{9041FEE5-3BD7-44D4-9B0E-3532C155580D}" srcOrd="0" destOrd="0" presId="urn:microsoft.com/office/officeart/2005/8/layout/pyramid2"/>
    <dgm:cxn modelId="{03299F7B-5C77-4431-AE6B-49D2DC5DDC5A}" type="presParOf" srcId="{18AA1EA5-92E2-48DD-89EA-F67F111110E0}" destId="{97641436-4D33-4AA7-944F-AF14C3D768C3}" srcOrd="1" destOrd="0" presId="urn:microsoft.com/office/officeart/2005/8/layout/pyramid2"/>
    <dgm:cxn modelId="{5354AECE-E851-49C9-B0E2-1859F8A2C0A9}" type="presParOf" srcId="{18AA1EA5-92E2-48DD-89EA-F67F111110E0}" destId="{46D7A753-E546-4A96-8727-1854E22F2E8B}" srcOrd="2" destOrd="0" presId="urn:microsoft.com/office/officeart/2005/8/layout/pyramid2"/>
    <dgm:cxn modelId="{3B51CC4B-A945-4758-9607-2097CA75F069}" type="presParOf" srcId="{18AA1EA5-92E2-48DD-89EA-F67F111110E0}" destId="{10EEA7AD-C7EB-49B9-8E68-2AA733A12EAC}" srcOrd="3" destOrd="0" presId="urn:microsoft.com/office/officeart/2005/8/layout/pyramid2"/>
    <dgm:cxn modelId="{0A8A6914-E321-45D6-8DB1-0A6B9D593E4A}" type="presParOf" srcId="{18AA1EA5-92E2-48DD-89EA-F67F111110E0}" destId="{AFE35A28-96C2-4060-A9F6-D988E5252DD5}" srcOrd="4" destOrd="0" presId="urn:microsoft.com/office/officeart/2005/8/layout/pyramid2"/>
    <dgm:cxn modelId="{8A219454-7A7F-4CEA-9D35-A2CA0D7616B5}" type="presParOf" srcId="{18AA1EA5-92E2-48DD-89EA-F67F111110E0}" destId="{C7C73D6D-C631-4C8B-8A81-B5D99FE36985}" srcOrd="5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10DE421-B2F1-440C-A374-38450115AB2C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A667F151-10E2-4FD8-B68A-501A0BD88212}" type="pres">
      <dgm:prSet presAssocID="{110DE421-B2F1-440C-A374-38450115AB2C}" presName="Name0" presStyleCnt="0">
        <dgm:presLayoutVars>
          <dgm:dir/>
          <dgm:resizeHandles val="exact"/>
        </dgm:presLayoutVars>
      </dgm:prSet>
      <dgm:spPr/>
    </dgm:pt>
  </dgm:ptLst>
  <dgm:cxnLst>
    <dgm:cxn modelId="{D2F06AFD-E358-4F8C-AC4F-C3868ECC6D95}" type="presOf" srcId="{110DE421-B2F1-440C-A374-38450115AB2C}" destId="{A667F151-10E2-4FD8-B68A-501A0BD88212}" srcOrd="0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3DBB2B6-B588-476C-9B6B-E38EE40DA162}" type="doc">
      <dgm:prSet loTypeId="urn:microsoft.com/office/officeart/2005/8/layout/process2" loCatId="process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ru-RU"/>
        </a:p>
      </dgm:t>
    </dgm:pt>
    <dgm:pt modelId="{AA8E3472-91B3-4B10-B05F-550D0025EFA6}">
      <dgm:prSet phldrT="[Текст]" custT="1"/>
      <dgm:spPr/>
      <dgm:t>
        <a:bodyPr/>
        <a:lstStyle/>
        <a:p>
          <a:r>
            <a:rPr lang="ru-RU" sz="2000" b="1" dirty="0"/>
            <a:t>Регистрация\вход</a:t>
          </a:r>
        </a:p>
      </dgm:t>
    </dgm:pt>
    <dgm:pt modelId="{7D9430C3-6A76-4B98-B661-AA3F686ACA7A}" type="parTrans" cxnId="{E4817413-BB77-4F8F-957F-2C77E332BE5D}">
      <dgm:prSet/>
      <dgm:spPr/>
      <dgm:t>
        <a:bodyPr/>
        <a:lstStyle/>
        <a:p>
          <a:endParaRPr lang="ru-RU"/>
        </a:p>
      </dgm:t>
    </dgm:pt>
    <dgm:pt modelId="{050D2D96-65FB-4293-8EBE-2A36E676527D}" type="sibTrans" cxnId="{E4817413-BB77-4F8F-957F-2C77E332BE5D}">
      <dgm:prSet/>
      <dgm:spPr/>
      <dgm:t>
        <a:bodyPr/>
        <a:lstStyle/>
        <a:p>
          <a:endParaRPr lang="ru-RU"/>
        </a:p>
      </dgm:t>
    </dgm:pt>
    <dgm:pt modelId="{F39440D8-0B1F-4CE8-9B8B-1DF7F0831E3C}">
      <dgm:prSet phldrT="[Текст]" custT="1"/>
      <dgm:spPr/>
      <dgm:t>
        <a:bodyPr/>
        <a:lstStyle/>
        <a:p>
          <a:r>
            <a:rPr lang="ru-RU" sz="2000" b="1" dirty="0"/>
            <a:t>Главная</a:t>
          </a:r>
        </a:p>
      </dgm:t>
    </dgm:pt>
    <dgm:pt modelId="{B87B65A0-CA7C-4AEB-9594-90E2FDB9D11C}" type="parTrans" cxnId="{D756EE0A-6D45-4889-AA14-21DC8674C7AF}">
      <dgm:prSet/>
      <dgm:spPr/>
      <dgm:t>
        <a:bodyPr/>
        <a:lstStyle/>
        <a:p>
          <a:endParaRPr lang="ru-RU"/>
        </a:p>
      </dgm:t>
    </dgm:pt>
    <dgm:pt modelId="{DCF71F6E-E533-45C4-A42B-928E4F28F294}" type="sibTrans" cxnId="{D756EE0A-6D45-4889-AA14-21DC8674C7AF}">
      <dgm:prSet/>
      <dgm:spPr/>
      <dgm:t>
        <a:bodyPr/>
        <a:lstStyle/>
        <a:p>
          <a:endParaRPr lang="ru-RU"/>
        </a:p>
      </dgm:t>
    </dgm:pt>
    <dgm:pt modelId="{430162B4-A7D8-4E5B-A8D2-E16EFE60D0B2}">
      <dgm:prSet phldrT="[Текст]" custT="1"/>
      <dgm:spPr/>
      <dgm:t>
        <a:bodyPr/>
        <a:lstStyle/>
        <a:p>
          <a:r>
            <a:rPr lang="ru-RU" sz="2000" b="1" dirty="0"/>
            <a:t>Документы</a:t>
          </a:r>
        </a:p>
      </dgm:t>
    </dgm:pt>
    <dgm:pt modelId="{C659BB94-EDE5-4D69-AAAE-1D3324EF59BF}" type="parTrans" cxnId="{4AF100CC-28CE-4E0F-927C-E17B02445CD8}">
      <dgm:prSet/>
      <dgm:spPr/>
      <dgm:t>
        <a:bodyPr/>
        <a:lstStyle/>
        <a:p>
          <a:endParaRPr lang="ru-RU"/>
        </a:p>
      </dgm:t>
    </dgm:pt>
    <dgm:pt modelId="{A4EBDE02-F769-4042-A4D1-AE012B94B16A}" type="sibTrans" cxnId="{4AF100CC-28CE-4E0F-927C-E17B02445CD8}">
      <dgm:prSet/>
      <dgm:spPr/>
      <dgm:t>
        <a:bodyPr/>
        <a:lstStyle/>
        <a:p>
          <a:endParaRPr lang="ru-RU"/>
        </a:p>
      </dgm:t>
    </dgm:pt>
    <dgm:pt modelId="{DB968536-DFC6-437A-970C-02911FD0E801}">
      <dgm:prSet custT="1"/>
      <dgm:spPr/>
      <dgm:t>
        <a:bodyPr/>
        <a:lstStyle/>
        <a:p>
          <a:r>
            <a:rPr lang="ru-RU" sz="2000" b="1" dirty="0"/>
            <a:t>Редактирование документов</a:t>
          </a:r>
        </a:p>
      </dgm:t>
    </dgm:pt>
    <dgm:pt modelId="{A877CBBE-B80C-4224-ACB8-384FA2BCCB01}" type="parTrans" cxnId="{454B2850-76CC-4E90-82F3-BB52E168B7F2}">
      <dgm:prSet/>
      <dgm:spPr/>
      <dgm:t>
        <a:bodyPr/>
        <a:lstStyle/>
        <a:p>
          <a:endParaRPr lang="ru-RU"/>
        </a:p>
      </dgm:t>
    </dgm:pt>
    <dgm:pt modelId="{80F827B1-E31F-4C21-934E-7AFB15BB172D}" type="sibTrans" cxnId="{454B2850-76CC-4E90-82F3-BB52E168B7F2}">
      <dgm:prSet/>
      <dgm:spPr/>
      <dgm:t>
        <a:bodyPr/>
        <a:lstStyle/>
        <a:p>
          <a:endParaRPr lang="ru-RU"/>
        </a:p>
      </dgm:t>
    </dgm:pt>
    <dgm:pt modelId="{B15C125F-4468-479E-B473-88C7AF62ED93}">
      <dgm:prSet custT="1"/>
      <dgm:spPr/>
      <dgm:t>
        <a:bodyPr/>
        <a:lstStyle/>
        <a:p>
          <a:r>
            <a:rPr lang="ru-RU" sz="2000" b="1" dirty="0"/>
            <a:t>Профиль</a:t>
          </a:r>
        </a:p>
      </dgm:t>
    </dgm:pt>
    <dgm:pt modelId="{CD919A1C-B94C-4905-8332-C38C3CC18564}" type="parTrans" cxnId="{6E1C44CB-805D-40DA-8E4D-7C54AFA2BB7C}">
      <dgm:prSet/>
      <dgm:spPr/>
      <dgm:t>
        <a:bodyPr/>
        <a:lstStyle/>
        <a:p>
          <a:endParaRPr lang="ru-RU"/>
        </a:p>
      </dgm:t>
    </dgm:pt>
    <dgm:pt modelId="{92CF6C7E-9EE8-4ACB-BB96-3EBC4C4BBDBA}" type="sibTrans" cxnId="{6E1C44CB-805D-40DA-8E4D-7C54AFA2BB7C}">
      <dgm:prSet/>
      <dgm:spPr/>
      <dgm:t>
        <a:bodyPr/>
        <a:lstStyle/>
        <a:p>
          <a:endParaRPr lang="ru-RU"/>
        </a:p>
      </dgm:t>
    </dgm:pt>
    <dgm:pt modelId="{E2E141C0-9EB0-4EA2-A18F-3ED74A474C8E}" type="pres">
      <dgm:prSet presAssocID="{33DBB2B6-B588-476C-9B6B-E38EE40DA162}" presName="linearFlow" presStyleCnt="0">
        <dgm:presLayoutVars>
          <dgm:resizeHandles val="exact"/>
        </dgm:presLayoutVars>
      </dgm:prSet>
      <dgm:spPr/>
    </dgm:pt>
    <dgm:pt modelId="{2172498F-5B76-4D79-93D1-7A8C3C623C10}" type="pres">
      <dgm:prSet presAssocID="{AA8E3472-91B3-4B10-B05F-550D0025EFA6}" presName="node" presStyleLbl="node1" presStyleIdx="0" presStyleCnt="5">
        <dgm:presLayoutVars>
          <dgm:bulletEnabled val="1"/>
        </dgm:presLayoutVars>
      </dgm:prSet>
      <dgm:spPr/>
    </dgm:pt>
    <dgm:pt modelId="{552462E2-1A28-4237-9FB3-576EE644F765}" type="pres">
      <dgm:prSet presAssocID="{050D2D96-65FB-4293-8EBE-2A36E676527D}" presName="sibTrans" presStyleLbl="sibTrans2D1" presStyleIdx="0" presStyleCnt="4"/>
      <dgm:spPr/>
    </dgm:pt>
    <dgm:pt modelId="{870F78BC-89D6-447F-B049-81B43C050C45}" type="pres">
      <dgm:prSet presAssocID="{050D2D96-65FB-4293-8EBE-2A36E676527D}" presName="connectorText" presStyleLbl="sibTrans2D1" presStyleIdx="0" presStyleCnt="4"/>
      <dgm:spPr/>
    </dgm:pt>
    <dgm:pt modelId="{2385B4B3-BF03-4212-B229-E6F9D62FF017}" type="pres">
      <dgm:prSet presAssocID="{F39440D8-0B1F-4CE8-9B8B-1DF7F0831E3C}" presName="node" presStyleLbl="node1" presStyleIdx="1" presStyleCnt="5" custLinFactNeighborX="18635" custLinFactNeighborY="7750">
        <dgm:presLayoutVars>
          <dgm:bulletEnabled val="1"/>
        </dgm:presLayoutVars>
      </dgm:prSet>
      <dgm:spPr/>
    </dgm:pt>
    <dgm:pt modelId="{37C27EA7-1351-459C-89BE-E2CB22461D40}" type="pres">
      <dgm:prSet presAssocID="{DCF71F6E-E533-45C4-A42B-928E4F28F294}" presName="sibTrans" presStyleLbl="sibTrans2D1" presStyleIdx="1" presStyleCnt="4"/>
      <dgm:spPr/>
    </dgm:pt>
    <dgm:pt modelId="{61143883-663B-4EAB-900B-A55FA98826D6}" type="pres">
      <dgm:prSet presAssocID="{DCF71F6E-E533-45C4-A42B-928E4F28F294}" presName="connectorText" presStyleLbl="sibTrans2D1" presStyleIdx="1" presStyleCnt="4"/>
      <dgm:spPr/>
    </dgm:pt>
    <dgm:pt modelId="{F8FCA698-5C58-4646-9ADE-82F41FD1AD40}" type="pres">
      <dgm:prSet presAssocID="{430162B4-A7D8-4E5B-A8D2-E16EFE60D0B2}" presName="node" presStyleLbl="node1" presStyleIdx="2" presStyleCnt="5" custLinFactNeighborX="29203" custLinFactNeighborY="14858">
        <dgm:presLayoutVars>
          <dgm:bulletEnabled val="1"/>
        </dgm:presLayoutVars>
      </dgm:prSet>
      <dgm:spPr/>
    </dgm:pt>
    <dgm:pt modelId="{A20E80C8-7974-456B-BC55-0B0C20B1DC06}" type="pres">
      <dgm:prSet presAssocID="{A4EBDE02-F769-4042-A4D1-AE012B94B16A}" presName="sibTrans" presStyleLbl="sibTrans2D1" presStyleIdx="2" presStyleCnt="4"/>
      <dgm:spPr/>
    </dgm:pt>
    <dgm:pt modelId="{A7E10BC2-E54E-4919-812B-A5D9CA07B267}" type="pres">
      <dgm:prSet presAssocID="{A4EBDE02-F769-4042-A4D1-AE012B94B16A}" presName="connectorText" presStyleLbl="sibTrans2D1" presStyleIdx="2" presStyleCnt="4"/>
      <dgm:spPr/>
    </dgm:pt>
    <dgm:pt modelId="{7D794750-744B-4668-AB43-7B3186BA9A0B}" type="pres">
      <dgm:prSet presAssocID="{DB968536-DFC6-437A-970C-02911FD0E801}" presName="node" presStyleLbl="node1" presStyleIdx="3" presStyleCnt="5" custLinFactNeighborX="58343" custLinFactNeighborY="-3872">
        <dgm:presLayoutVars>
          <dgm:bulletEnabled val="1"/>
        </dgm:presLayoutVars>
      </dgm:prSet>
      <dgm:spPr/>
    </dgm:pt>
    <dgm:pt modelId="{20362DC7-12EE-4DBE-B99C-24F9E43CEF93}" type="pres">
      <dgm:prSet presAssocID="{80F827B1-E31F-4C21-934E-7AFB15BB172D}" presName="sibTrans" presStyleLbl="sibTrans2D1" presStyleIdx="3" presStyleCnt="4"/>
      <dgm:spPr/>
    </dgm:pt>
    <dgm:pt modelId="{E50E8631-CB79-487D-9F4F-6336A70852D6}" type="pres">
      <dgm:prSet presAssocID="{80F827B1-E31F-4C21-934E-7AFB15BB172D}" presName="connectorText" presStyleLbl="sibTrans2D1" presStyleIdx="3" presStyleCnt="4"/>
      <dgm:spPr/>
    </dgm:pt>
    <dgm:pt modelId="{20791257-17C1-4AA2-A69A-18AD70EE459E}" type="pres">
      <dgm:prSet presAssocID="{B15C125F-4468-479E-B473-88C7AF62ED93}" presName="node" presStyleLbl="node1" presStyleIdx="4" presStyleCnt="5" custLinFactNeighborX="90486" custLinFactNeighborY="-12440">
        <dgm:presLayoutVars>
          <dgm:bulletEnabled val="1"/>
        </dgm:presLayoutVars>
      </dgm:prSet>
      <dgm:spPr/>
    </dgm:pt>
  </dgm:ptLst>
  <dgm:cxnLst>
    <dgm:cxn modelId="{F1769B03-B92F-4EC6-A72C-14D0FB60B1F9}" type="presOf" srcId="{430162B4-A7D8-4E5B-A8D2-E16EFE60D0B2}" destId="{F8FCA698-5C58-4646-9ADE-82F41FD1AD40}" srcOrd="0" destOrd="0" presId="urn:microsoft.com/office/officeart/2005/8/layout/process2"/>
    <dgm:cxn modelId="{D756EE0A-6D45-4889-AA14-21DC8674C7AF}" srcId="{33DBB2B6-B588-476C-9B6B-E38EE40DA162}" destId="{F39440D8-0B1F-4CE8-9B8B-1DF7F0831E3C}" srcOrd="1" destOrd="0" parTransId="{B87B65A0-CA7C-4AEB-9594-90E2FDB9D11C}" sibTransId="{DCF71F6E-E533-45C4-A42B-928E4F28F294}"/>
    <dgm:cxn modelId="{BECB3211-0313-4B5C-987A-7FAC68FBFEE5}" type="presOf" srcId="{F39440D8-0B1F-4CE8-9B8B-1DF7F0831E3C}" destId="{2385B4B3-BF03-4212-B229-E6F9D62FF017}" srcOrd="0" destOrd="0" presId="urn:microsoft.com/office/officeart/2005/8/layout/process2"/>
    <dgm:cxn modelId="{E4817413-BB77-4F8F-957F-2C77E332BE5D}" srcId="{33DBB2B6-B588-476C-9B6B-E38EE40DA162}" destId="{AA8E3472-91B3-4B10-B05F-550D0025EFA6}" srcOrd="0" destOrd="0" parTransId="{7D9430C3-6A76-4B98-B661-AA3F686ACA7A}" sibTransId="{050D2D96-65FB-4293-8EBE-2A36E676527D}"/>
    <dgm:cxn modelId="{1E06AF19-17C5-45DA-BDA9-A534C9F7AAD6}" type="presOf" srcId="{DCF71F6E-E533-45C4-A42B-928E4F28F294}" destId="{61143883-663B-4EAB-900B-A55FA98826D6}" srcOrd="1" destOrd="0" presId="urn:microsoft.com/office/officeart/2005/8/layout/process2"/>
    <dgm:cxn modelId="{E6E6BA29-8DB3-4F45-AE5C-E1AAD2281550}" type="presOf" srcId="{33DBB2B6-B588-476C-9B6B-E38EE40DA162}" destId="{E2E141C0-9EB0-4EA2-A18F-3ED74A474C8E}" srcOrd="0" destOrd="0" presId="urn:microsoft.com/office/officeart/2005/8/layout/process2"/>
    <dgm:cxn modelId="{4403912E-66A1-4E07-8F72-743DD20601E0}" type="presOf" srcId="{80F827B1-E31F-4C21-934E-7AFB15BB172D}" destId="{20362DC7-12EE-4DBE-B99C-24F9E43CEF93}" srcOrd="0" destOrd="0" presId="urn:microsoft.com/office/officeart/2005/8/layout/process2"/>
    <dgm:cxn modelId="{7F80623C-7B29-4934-BA66-ED30F8016D77}" type="presOf" srcId="{A4EBDE02-F769-4042-A4D1-AE012B94B16A}" destId="{A20E80C8-7974-456B-BC55-0B0C20B1DC06}" srcOrd="0" destOrd="0" presId="urn:microsoft.com/office/officeart/2005/8/layout/process2"/>
    <dgm:cxn modelId="{DB28133D-2AB0-4513-B3B7-FD450F70E8EE}" type="presOf" srcId="{050D2D96-65FB-4293-8EBE-2A36E676527D}" destId="{870F78BC-89D6-447F-B049-81B43C050C45}" srcOrd="1" destOrd="0" presId="urn:microsoft.com/office/officeart/2005/8/layout/process2"/>
    <dgm:cxn modelId="{018F6A5D-39FD-4AB6-816E-24A2DF3882D2}" type="presOf" srcId="{B15C125F-4468-479E-B473-88C7AF62ED93}" destId="{20791257-17C1-4AA2-A69A-18AD70EE459E}" srcOrd="0" destOrd="0" presId="urn:microsoft.com/office/officeart/2005/8/layout/process2"/>
    <dgm:cxn modelId="{9DEF726A-6C0A-4882-BA7F-3E46A95CFFB6}" type="presOf" srcId="{050D2D96-65FB-4293-8EBE-2A36E676527D}" destId="{552462E2-1A28-4237-9FB3-576EE644F765}" srcOrd="0" destOrd="0" presId="urn:microsoft.com/office/officeart/2005/8/layout/process2"/>
    <dgm:cxn modelId="{454B2850-76CC-4E90-82F3-BB52E168B7F2}" srcId="{33DBB2B6-B588-476C-9B6B-E38EE40DA162}" destId="{DB968536-DFC6-437A-970C-02911FD0E801}" srcOrd="3" destOrd="0" parTransId="{A877CBBE-B80C-4224-ACB8-384FA2BCCB01}" sibTransId="{80F827B1-E31F-4C21-934E-7AFB15BB172D}"/>
    <dgm:cxn modelId="{2D7F9851-E22D-4E5A-A9D2-7FC10DD86CCE}" type="presOf" srcId="{DB968536-DFC6-437A-970C-02911FD0E801}" destId="{7D794750-744B-4668-AB43-7B3186BA9A0B}" srcOrd="0" destOrd="0" presId="urn:microsoft.com/office/officeart/2005/8/layout/process2"/>
    <dgm:cxn modelId="{C9135098-0667-4B77-82C6-8A0B3376B2C4}" type="presOf" srcId="{80F827B1-E31F-4C21-934E-7AFB15BB172D}" destId="{E50E8631-CB79-487D-9F4F-6336A70852D6}" srcOrd="1" destOrd="0" presId="urn:microsoft.com/office/officeart/2005/8/layout/process2"/>
    <dgm:cxn modelId="{646A5EB0-85AF-41E4-92F1-F320B07897FF}" type="presOf" srcId="{DCF71F6E-E533-45C4-A42B-928E4F28F294}" destId="{37C27EA7-1351-459C-89BE-E2CB22461D40}" srcOrd="0" destOrd="0" presId="urn:microsoft.com/office/officeart/2005/8/layout/process2"/>
    <dgm:cxn modelId="{6E1C44CB-805D-40DA-8E4D-7C54AFA2BB7C}" srcId="{33DBB2B6-B588-476C-9B6B-E38EE40DA162}" destId="{B15C125F-4468-479E-B473-88C7AF62ED93}" srcOrd="4" destOrd="0" parTransId="{CD919A1C-B94C-4905-8332-C38C3CC18564}" sibTransId="{92CF6C7E-9EE8-4ACB-BB96-3EBC4C4BBDBA}"/>
    <dgm:cxn modelId="{4AF100CC-28CE-4E0F-927C-E17B02445CD8}" srcId="{33DBB2B6-B588-476C-9B6B-E38EE40DA162}" destId="{430162B4-A7D8-4E5B-A8D2-E16EFE60D0B2}" srcOrd="2" destOrd="0" parTransId="{C659BB94-EDE5-4D69-AAAE-1D3324EF59BF}" sibTransId="{A4EBDE02-F769-4042-A4D1-AE012B94B16A}"/>
    <dgm:cxn modelId="{A25C99E0-1CAE-4625-BDE6-63E5F3179766}" type="presOf" srcId="{AA8E3472-91B3-4B10-B05F-550D0025EFA6}" destId="{2172498F-5B76-4D79-93D1-7A8C3C623C10}" srcOrd="0" destOrd="0" presId="urn:microsoft.com/office/officeart/2005/8/layout/process2"/>
    <dgm:cxn modelId="{D143EFF6-3BEC-4CD6-A97E-47A1D4AAB37D}" type="presOf" srcId="{A4EBDE02-F769-4042-A4D1-AE012B94B16A}" destId="{A7E10BC2-E54E-4919-812B-A5D9CA07B267}" srcOrd="1" destOrd="0" presId="urn:microsoft.com/office/officeart/2005/8/layout/process2"/>
    <dgm:cxn modelId="{FD94D8A2-8B89-41F1-BA91-5EE48F3E90F3}" type="presParOf" srcId="{E2E141C0-9EB0-4EA2-A18F-3ED74A474C8E}" destId="{2172498F-5B76-4D79-93D1-7A8C3C623C10}" srcOrd="0" destOrd="0" presId="urn:microsoft.com/office/officeart/2005/8/layout/process2"/>
    <dgm:cxn modelId="{E677063E-1BC7-4C64-A7E0-AA44A57F774B}" type="presParOf" srcId="{E2E141C0-9EB0-4EA2-A18F-3ED74A474C8E}" destId="{552462E2-1A28-4237-9FB3-576EE644F765}" srcOrd="1" destOrd="0" presId="urn:microsoft.com/office/officeart/2005/8/layout/process2"/>
    <dgm:cxn modelId="{21135CF7-7D6F-43E0-B106-AE9EAC8A8692}" type="presParOf" srcId="{552462E2-1A28-4237-9FB3-576EE644F765}" destId="{870F78BC-89D6-447F-B049-81B43C050C45}" srcOrd="0" destOrd="0" presId="urn:microsoft.com/office/officeart/2005/8/layout/process2"/>
    <dgm:cxn modelId="{55F5ABF9-D64D-4C5F-AA0C-73C29DF28AD1}" type="presParOf" srcId="{E2E141C0-9EB0-4EA2-A18F-3ED74A474C8E}" destId="{2385B4B3-BF03-4212-B229-E6F9D62FF017}" srcOrd="2" destOrd="0" presId="urn:microsoft.com/office/officeart/2005/8/layout/process2"/>
    <dgm:cxn modelId="{788AC6C7-656D-468A-9BF3-2754774032B0}" type="presParOf" srcId="{E2E141C0-9EB0-4EA2-A18F-3ED74A474C8E}" destId="{37C27EA7-1351-459C-89BE-E2CB22461D40}" srcOrd="3" destOrd="0" presId="urn:microsoft.com/office/officeart/2005/8/layout/process2"/>
    <dgm:cxn modelId="{D6CDA503-2A63-4471-83A1-8E0795626262}" type="presParOf" srcId="{37C27EA7-1351-459C-89BE-E2CB22461D40}" destId="{61143883-663B-4EAB-900B-A55FA98826D6}" srcOrd="0" destOrd="0" presId="urn:microsoft.com/office/officeart/2005/8/layout/process2"/>
    <dgm:cxn modelId="{5557F29C-33B7-4325-81EA-32AE73C3188D}" type="presParOf" srcId="{E2E141C0-9EB0-4EA2-A18F-3ED74A474C8E}" destId="{F8FCA698-5C58-4646-9ADE-82F41FD1AD40}" srcOrd="4" destOrd="0" presId="urn:microsoft.com/office/officeart/2005/8/layout/process2"/>
    <dgm:cxn modelId="{C331E95E-E40E-473F-8906-A5EDA3096871}" type="presParOf" srcId="{E2E141C0-9EB0-4EA2-A18F-3ED74A474C8E}" destId="{A20E80C8-7974-456B-BC55-0B0C20B1DC06}" srcOrd="5" destOrd="0" presId="urn:microsoft.com/office/officeart/2005/8/layout/process2"/>
    <dgm:cxn modelId="{4E24F083-C2AC-4E5B-862F-54E448AA949D}" type="presParOf" srcId="{A20E80C8-7974-456B-BC55-0B0C20B1DC06}" destId="{A7E10BC2-E54E-4919-812B-A5D9CA07B267}" srcOrd="0" destOrd="0" presId="urn:microsoft.com/office/officeart/2005/8/layout/process2"/>
    <dgm:cxn modelId="{272DF5A6-CC1F-412D-9206-D7BDD1BAEBA5}" type="presParOf" srcId="{E2E141C0-9EB0-4EA2-A18F-3ED74A474C8E}" destId="{7D794750-744B-4668-AB43-7B3186BA9A0B}" srcOrd="6" destOrd="0" presId="urn:microsoft.com/office/officeart/2005/8/layout/process2"/>
    <dgm:cxn modelId="{C49D52E0-D7C4-420B-83A6-2DC939607791}" type="presParOf" srcId="{E2E141C0-9EB0-4EA2-A18F-3ED74A474C8E}" destId="{20362DC7-12EE-4DBE-B99C-24F9E43CEF93}" srcOrd="7" destOrd="0" presId="urn:microsoft.com/office/officeart/2005/8/layout/process2"/>
    <dgm:cxn modelId="{7B2D3EA8-D9A4-4EB3-92EB-D5DFEFD293C6}" type="presParOf" srcId="{20362DC7-12EE-4DBE-B99C-24F9E43CEF93}" destId="{E50E8631-CB79-487D-9F4F-6336A70852D6}" srcOrd="0" destOrd="0" presId="urn:microsoft.com/office/officeart/2005/8/layout/process2"/>
    <dgm:cxn modelId="{D97E887C-B7F7-4802-A2BC-3AD9BFC9A144}" type="presParOf" srcId="{E2E141C0-9EB0-4EA2-A18F-3ED74A474C8E}" destId="{20791257-17C1-4AA2-A69A-18AD70EE459E}" srcOrd="8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306FC37-F7B8-48A3-8518-B5C4130AF11E}" type="doc">
      <dgm:prSet loTypeId="urn:microsoft.com/office/officeart/2005/8/layout/pyramid1" loCatId="pyramid" qsTypeId="urn:microsoft.com/office/officeart/2005/8/quickstyle/simple1" qsCatId="simple" csTypeId="urn:microsoft.com/office/officeart/2005/8/colors/accent1_3" csCatId="accent1" phldr="1"/>
      <dgm:spPr/>
    </dgm:pt>
    <dgm:pt modelId="{2788A54C-20EC-418D-8420-6DBD5B0C48F6}">
      <dgm:prSet phldrT="[Текст]"/>
      <dgm:spPr>
        <a:solidFill>
          <a:schemeClr val="bg2">
            <a:lumMod val="90000"/>
          </a:schemeClr>
        </a:solidFill>
      </dgm:spPr>
      <dgm:t>
        <a:bodyPr/>
        <a:lstStyle/>
        <a:p>
          <a:pPr algn="ctr"/>
          <a:r>
            <a:rPr lang="ru-RU" b="1" dirty="0"/>
            <a:t>Гость</a:t>
          </a:r>
        </a:p>
      </dgm:t>
    </dgm:pt>
    <dgm:pt modelId="{62E59D05-0D04-434D-8096-3BC243F802D5}" type="parTrans" cxnId="{6C007353-C531-44E8-AE67-545B62390179}">
      <dgm:prSet/>
      <dgm:spPr/>
      <dgm:t>
        <a:bodyPr/>
        <a:lstStyle/>
        <a:p>
          <a:pPr algn="ctr"/>
          <a:endParaRPr lang="ru-RU" b="1">
            <a:solidFill>
              <a:schemeClr val="bg1"/>
            </a:solidFill>
          </a:endParaRPr>
        </a:p>
      </dgm:t>
    </dgm:pt>
    <dgm:pt modelId="{1C7C5835-5F6D-4A20-B613-CA90930FD2EB}" type="sibTrans" cxnId="{6C007353-C531-44E8-AE67-545B62390179}">
      <dgm:prSet/>
      <dgm:spPr/>
      <dgm:t>
        <a:bodyPr/>
        <a:lstStyle/>
        <a:p>
          <a:pPr algn="ctr"/>
          <a:endParaRPr lang="ru-RU" b="1">
            <a:solidFill>
              <a:schemeClr val="bg1"/>
            </a:solidFill>
          </a:endParaRPr>
        </a:p>
      </dgm:t>
    </dgm:pt>
    <dgm:pt modelId="{8AB5CDCE-9AA7-4229-8FB4-A5912DAB71CD}">
      <dgm:prSet/>
      <dgm:spPr>
        <a:solidFill>
          <a:schemeClr val="bg2">
            <a:lumMod val="75000"/>
          </a:schemeClr>
        </a:solidFill>
      </dgm:spPr>
      <dgm:t>
        <a:bodyPr/>
        <a:lstStyle/>
        <a:p>
          <a:pPr algn="ctr"/>
          <a:r>
            <a:rPr lang="ru-RU" b="1" dirty="0"/>
            <a:t>Пользователь</a:t>
          </a:r>
        </a:p>
      </dgm:t>
    </dgm:pt>
    <dgm:pt modelId="{D3B006BA-B189-46FA-8A47-16CE2B28AC9C}" type="parTrans" cxnId="{7FCB2D78-9ADD-4AD1-A4CB-A0CC2798EF68}">
      <dgm:prSet/>
      <dgm:spPr/>
      <dgm:t>
        <a:bodyPr/>
        <a:lstStyle/>
        <a:p>
          <a:pPr algn="ctr"/>
          <a:endParaRPr lang="ru-RU" b="1">
            <a:solidFill>
              <a:schemeClr val="bg1"/>
            </a:solidFill>
          </a:endParaRPr>
        </a:p>
      </dgm:t>
    </dgm:pt>
    <dgm:pt modelId="{8E5F8CA8-8D7F-45CE-9F3B-75D3EA3DC6A4}" type="sibTrans" cxnId="{7FCB2D78-9ADD-4AD1-A4CB-A0CC2798EF68}">
      <dgm:prSet/>
      <dgm:spPr/>
      <dgm:t>
        <a:bodyPr/>
        <a:lstStyle/>
        <a:p>
          <a:pPr algn="ctr"/>
          <a:endParaRPr lang="ru-RU" b="1">
            <a:solidFill>
              <a:schemeClr val="bg1"/>
            </a:solidFill>
          </a:endParaRPr>
        </a:p>
      </dgm:t>
    </dgm:pt>
    <dgm:pt modelId="{32AF6BDC-877A-4EB4-A9E8-27B799C0A18E}">
      <dgm:prSet/>
      <dgm:spPr>
        <a:solidFill>
          <a:schemeClr val="tx2">
            <a:lumMod val="50000"/>
            <a:lumOff val="50000"/>
          </a:schemeClr>
        </a:solidFill>
      </dgm:spPr>
      <dgm:t>
        <a:bodyPr/>
        <a:lstStyle/>
        <a:p>
          <a:pPr algn="ctr"/>
          <a:r>
            <a:rPr lang="ru-RU" b="1"/>
            <a:t>Менеджер</a:t>
          </a:r>
          <a:endParaRPr lang="ru-RU" b="1" dirty="0"/>
        </a:p>
      </dgm:t>
    </dgm:pt>
    <dgm:pt modelId="{51EC4FB2-1F42-42FE-9AB3-B24D69940EF4}" type="parTrans" cxnId="{237BF99A-6A99-45CB-9BD3-CB1CDA775A0C}">
      <dgm:prSet/>
      <dgm:spPr/>
      <dgm:t>
        <a:bodyPr/>
        <a:lstStyle/>
        <a:p>
          <a:pPr algn="ctr"/>
          <a:endParaRPr lang="ru-RU" b="1">
            <a:solidFill>
              <a:schemeClr val="bg1"/>
            </a:solidFill>
          </a:endParaRPr>
        </a:p>
      </dgm:t>
    </dgm:pt>
    <dgm:pt modelId="{93DB9382-1940-4173-A9AF-ACBC06B02CF4}" type="sibTrans" cxnId="{237BF99A-6A99-45CB-9BD3-CB1CDA775A0C}">
      <dgm:prSet/>
      <dgm:spPr/>
      <dgm:t>
        <a:bodyPr/>
        <a:lstStyle/>
        <a:p>
          <a:pPr algn="ctr"/>
          <a:endParaRPr lang="ru-RU" b="1">
            <a:solidFill>
              <a:schemeClr val="bg1"/>
            </a:solidFill>
          </a:endParaRPr>
        </a:p>
      </dgm:t>
    </dgm:pt>
    <dgm:pt modelId="{1DB4C3D5-A2D5-4250-AA90-E1742E57C2C0}" type="pres">
      <dgm:prSet presAssocID="{6306FC37-F7B8-48A3-8518-B5C4130AF11E}" presName="Name0" presStyleCnt="0">
        <dgm:presLayoutVars>
          <dgm:dir/>
          <dgm:animLvl val="lvl"/>
          <dgm:resizeHandles val="exact"/>
        </dgm:presLayoutVars>
      </dgm:prSet>
      <dgm:spPr/>
    </dgm:pt>
    <dgm:pt modelId="{4512912B-BAC9-48E5-B289-02B2E661872A}" type="pres">
      <dgm:prSet presAssocID="{2788A54C-20EC-418D-8420-6DBD5B0C48F6}" presName="Name8" presStyleCnt="0"/>
      <dgm:spPr/>
    </dgm:pt>
    <dgm:pt modelId="{D45A9FAD-020B-465D-B8EA-147641545190}" type="pres">
      <dgm:prSet presAssocID="{2788A54C-20EC-418D-8420-6DBD5B0C48F6}" presName="level" presStyleLbl="node1" presStyleIdx="0" presStyleCnt="3" custScaleY="64433" custLinFactNeighborX="0" custLinFactNeighborY="-292">
        <dgm:presLayoutVars>
          <dgm:chMax val="1"/>
          <dgm:bulletEnabled val="1"/>
        </dgm:presLayoutVars>
      </dgm:prSet>
      <dgm:spPr/>
    </dgm:pt>
    <dgm:pt modelId="{95372593-E375-427B-BFA5-8884C16743BE}" type="pres">
      <dgm:prSet presAssocID="{2788A54C-20EC-418D-8420-6DBD5B0C48F6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AAD6195F-F2EA-4CC3-AFE2-E07EC9AD182C}" type="pres">
      <dgm:prSet presAssocID="{8AB5CDCE-9AA7-4229-8FB4-A5912DAB71CD}" presName="Name8" presStyleCnt="0"/>
      <dgm:spPr/>
    </dgm:pt>
    <dgm:pt modelId="{EC89E73F-33D1-4664-8FD9-5F2B31269CBE}" type="pres">
      <dgm:prSet presAssocID="{8AB5CDCE-9AA7-4229-8FB4-A5912DAB71CD}" presName="level" presStyleLbl="node1" presStyleIdx="1" presStyleCnt="3" custScaleY="70318">
        <dgm:presLayoutVars>
          <dgm:chMax val="1"/>
          <dgm:bulletEnabled val="1"/>
        </dgm:presLayoutVars>
      </dgm:prSet>
      <dgm:spPr/>
    </dgm:pt>
    <dgm:pt modelId="{1FC7B1AB-B02D-4427-BFE5-0AF713223CBB}" type="pres">
      <dgm:prSet presAssocID="{8AB5CDCE-9AA7-4229-8FB4-A5912DAB71CD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C0F3C2CC-5362-49BF-9BA9-A35E2E46EEC4}" type="pres">
      <dgm:prSet presAssocID="{32AF6BDC-877A-4EB4-A9E8-27B799C0A18E}" presName="Name8" presStyleCnt="0"/>
      <dgm:spPr/>
    </dgm:pt>
    <dgm:pt modelId="{7A84BB14-9500-4660-94D8-0D82A5B8DB6E}" type="pres">
      <dgm:prSet presAssocID="{32AF6BDC-877A-4EB4-A9E8-27B799C0A18E}" presName="level" presStyleLbl="node1" presStyleIdx="2" presStyleCnt="3" custScaleY="67671">
        <dgm:presLayoutVars>
          <dgm:chMax val="1"/>
          <dgm:bulletEnabled val="1"/>
        </dgm:presLayoutVars>
      </dgm:prSet>
      <dgm:spPr/>
    </dgm:pt>
    <dgm:pt modelId="{BA25E481-C295-4C53-B480-330E423F4808}" type="pres">
      <dgm:prSet presAssocID="{32AF6BDC-877A-4EB4-A9E8-27B799C0A18E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F348BC19-D85B-4FB9-A659-016029F17474}" type="presOf" srcId="{6306FC37-F7B8-48A3-8518-B5C4130AF11E}" destId="{1DB4C3D5-A2D5-4250-AA90-E1742E57C2C0}" srcOrd="0" destOrd="0" presId="urn:microsoft.com/office/officeart/2005/8/layout/pyramid1"/>
    <dgm:cxn modelId="{6697E028-B438-4B57-A188-6A8CF9BE6342}" type="presOf" srcId="{2788A54C-20EC-418D-8420-6DBD5B0C48F6}" destId="{95372593-E375-427B-BFA5-8884C16743BE}" srcOrd="1" destOrd="0" presId="urn:microsoft.com/office/officeart/2005/8/layout/pyramid1"/>
    <dgm:cxn modelId="{E7C40D33-DD53-44C5-AC96-12AAC73AA2C5}" type="presOf" srcId="{8AB5CDCE-9AA7-4229-8FB4-A5912DAB71CD}" destId="{EC89E73F-33D1-4664-8FD9-5F2B31269CBE}" srcOrd="0" destOrd="0" presId="urn:microsoft.com/office/officeart/2005/8/layout/pyramid1"/>
    <dgm:cxn modelId="{B82BBE38-80C3-487D-A37C-7E3B65F494D0}" type="presOf" srcId="{2788A54C-20EC-418D-8420-6DBD5B0C48F6}" destId="{D45A9FAD-020B-465D-B8EA-147641545190}" srcOrd="0" destOrd="0" presId="urn:microsoft.com/office/officeart/2005/8/layout/pyramid1"/>
    <dgm:cxn modelId="{1675653C-2CA5-4786-8010-B07B470646D7}" type="presOf" srcId="{32AF6BDC-877A-4EB4-A9E8-27B799C0A18E}" destId="{7A84BB14-9500-4660-94D8-0D82A5B8DB6E}" srcOrd="0" destOrd="0" presId="urn:microsoft.com/office/officeart/2005/8/layout/pyramid1"/>
    <dgm:cxn modelId="{BE7F056E-AD09-48A3-8A08-B76AF827C0B4}" type="presOf" srcId="{8AB5CDCE-9AA7-4229-8FB4-A5912DAB71CD}" destId="{1FC7B1AB-B02D-4427-BFE5-0AF713223CBB}" srcOrd="1" destOrd="0" presId="urn:microsoft.com/office/officeart/2005/8/layout/pyramid1"/>
    <dgm:cxn modelId="{6C007353-C531-44E8-AE67-545B62390179}" srcId="{6306FC37-F7B8-48A3-8518-B5C4130AF11E}" destId="{2788A54C-20EC-418D-8420-6DBD5B0C48F6}" srcOrd="0" destOrd="0" parTransId="{62E59D05-0D04-434D-8096-3BC243F802D5}" sibTransId="{1C7C5835-5F6D-4A20-B613-CA90930FD2EB}"/>
    <dgm:cxn modelId="{7FCB2D78-9ADD-4AD1-A4CB-A0CC2798EF68}" srcId="{6306FC37-F7B8-48A3-8518-B5C4130AF11E}" destId="{8AB5CDCE-9AA7-4229-8FB4-A5912DAB71CD}" srcOrd="1" destOrd="0" parTransId="{D3B006BA-B189-46FA-8A47-16CE2B28AC9C}" sibTransId="{8E5F8CA8-8D7F-45CE-9F3B-75D3EA3DC6A4}"/>
    <dgm:cxn modelId="{76EB0C8E-B2A1-4836-A42D-1CEB9028D0A6}" type="presOf" srcId="{32AF6BDC-877A-4EB4-A9E8-27B799C0A18E}" destId="{BA25E481-C295-4C53-B480-330E423F4808}" srcOrd="1" destOrd="0" presId="urn:microsoft.com/office/officeart/2005/8/layout/pyramid1"/>
    <dgm:cxn modelId="{237BF99A-6A99-45CB-9BD3-CB1CDA775A0C}" srcId="{6306FC37-F7B8-48A3-8518-B5C4130AF11E}" destId="{32AF6BDC-877A-4EB4-A9E8-27B799C0A18E}" srcOrd="2" destOrd="0" parTransId="{51EC4FB2-1F42-42FE-9AB3-B24D69940EF4}" sibTransId="{93DB9382-1940-4173-A9AF-ACBC06B02CF4}"/>
    <dgm:cxn modelId="{C896594B-4517-40F0-8D6A-BD1930A13A2E}" type="presParOf" srcId="{1DB4C3D5-A2D5-4250-AA90-E1742E57C2C0}" destId="{4512912B-BAC9-48E5-B289-02B2E661872A}" srcOrd="0" destOrd="0" presId="urn:microsoft.com/office/officeart/2005/8/layout/pyramid1"/>
    <dgm:cxn modelId="{7A9CC4FF-8EF4-4C39-BD03-95477CF020A7}" type="presParOf" srcId="{4512912B-BAC9-48E5-B289-02B2E661872A}" destId="{D45A9FAD-020B-465D-B8EA-147641545190}" srcOrd="0" destOrd="0" presId="urn:microsoft.com/office/officeart/2005/8/layout/pyramid1"/>
    <dgm:cxn modelId="{3C4E3D3C-68FA-4E42-8EF1-8330C10D45F0}" type="presParOf" srcId="{4512912B-BAC9-48E5-B289-02B2E661872A}" destId="{95372593-E375-427B-BFA5-8884C16743BE}" srcOrd="1" destOrd="0" presId="urn:microsoft.com/office/officeart/2005/8/layout/pyramid1"/>
    <dgm:cxn modelId="{2505D18A-59DE-4F3A-B828-FB32204A4695}" type="presParOf" srcId="{1DB4C3D5-A2D5-4250-AA90-E1742E57C2C0}" destId="{AAD6195F-F2EA-4CC3-AFE2-E07EC9AD182C}" srcOrd="1" destOrd="0" presId="urn:microsoft.com/office/officeart/2005/8/layout/pyramid1"/>
    <dgm:cxn modelId="{78744F03-FF6E-4F66-8524-743A90708CBD}" type="presParOf" srcId="{AAD6195F-F2EA-4CC3-AFE2-E07EC9AD182C}" destId="{EC89E73F-33D1-4664-8FD9-5F2B31269CBE}" srcOrd="0" destOrd="0" presId="urn:microsoft.com/office/officeart/2005/8/layout/pyramid1"/>
    <dgm:cxn modelId="{8A383B00-D82D-49B7-BF29-265D5487B1BF}" type="presParOf" srcId="{AAD6195F-F2EA-4CC3-AFE2-E07EC9AD182C}" destId="{1FC7B1AB-B02D-4427-BFE5-0AF713223CBB}" srcOrd="1" destOrd="0" presId="urn:microsoft.com/office/officeart/2005/8/layout/pyramid1"/>
    <dgm:cxn modelId="{B3F36CDB-EBF2-4BFF-851A-3D3FE02BA586}" type="presParOf" srcId="{1DB4C3D5-A2D5-4250-AA90-E1742E57C2C0}" destId="{C0F3C2CC-5362-49BF-9BA9-A35E2E46EEC4}" srcOrd="2" destOrd="0" presId="urn:microsoft.com/office/officeart/2005/8/layout/pyramid1"/>
    <dgm:cxn modelId="{8E62C639-8ACB-4A58-A552-1425F1F39260}" type="presParOf" srcId="{C0F3C2CC-5362-49BF-9BA9-A35E2E46EEC4}" destId="{7A84BB14-9500-4660-94D8-0D82A5B8DB6E}" srcOrd="0" destOrd="0" presId="urn:microsoft.com/office/officeart/2005/8/layout/pyramid1"/>
    <dgm:cxn modelId="{FADC3439-84F8-4289-8653-E8D5BF38A54A}" type="presParOf" srcId="{C0F3C2CC-5362-49BF-9BA9-A35E2E46EEC4}" destId="{BA25E481-C295-4C53-B480-330E423F4808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BFFC008B-FF21-4B25-A29B-579142FA5B93}" type="doc">
      <dgm:prSet loTypeId="urn:microsoft.com/office/officeart/2005/8/layout/venn1" loCatId="relationship" qsTypeId="urn:microsoft.com/office/officeart/2005/8/quickstyle/simple1" qsCatId="simple" csTypeId="urn:microsoft.com/office/officeart/2005/8/colors/accent1_2" csCatId="accent1" phldr="1"/>
      <dgm:spPr/>
    </dgm:pt>
    <dgm:pt modelId="{2FB851D6-C34C-455F-8732-2F8E033DAEF8}" type="pres">
      <dgm:prSet presAssocID="{BFFC008B-FF21-4B25-A29B-579142FA5B93}" presName="compositeShape" presStyleCnt="0">
        <dgm:presLayoutVars>
          <dgm:chMax val="7"/>
          <dgm:dir/>
          <dgm:resizeHandles val="exact"/>
        </dgm:presLayoutVars>
      </dgm:prSet>
      <dgm:spPr/>
    </dgm:pt>
  </dgm:ptLst>
  <dgm:cxnLst>
    <dgm:cxn modelId="{F7DDCA3E-55A0-426D-B8FB-8E7F0A8E9F9F}" type="presOf" srcId="{BFFC008B-FF21-4B25-A29B-579142FA5B93}" destId="{2FB851D6-C34C-455F-8732-2F8E033DAEF8}" srcOrd="0" destOrd="0" presId="urn:microsoft.com/office/officeart/2005/8/layout/venn1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9957FB-3B35-42F8-86E2-88E4BA60FA3A}">
      <dsp:nvSpPr>
        <dsp:cNvPr id="0" name=""/>
        <dsp:cNvSpPr/>
      </dsp:nvSpPr>
      <dsp:spPr>
        <a:xfrm>
          <a:off x="251768" y="586058"/>
          <a:ext cx="4007223" cy="1602889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2014" tIns="37338" rIns="37338" bIns="37338" numCol="1" spcCol="1270" anchor="ctr" anchorCtr="0">
          <a:noAutofit/>
        </a:bodyPr>
        <a:lstStyle/>
        <a:p>
          <a:pPr marL="0" lvl="0" indent="0" algn="ctr" defTabSz="1244600">
            <a:lnSpc>
              <a:spcPts val="2000"/>
            </a:lnSpc>
            <a:spcBef>
              <a:spcPct val="0"/>
            </a:spcBef>
            <a:spcAft>
              <a:spcPts val="200"/>
            </a:spcAft>
            <a:buNone/>
          </a:pPr>
          <a:r>
            <a:rPr lang="ru-RU" sz="2800" b="1" kern="1200" dirty="0"/>
            <a:t>Сбор информации и сортировка</a:t>
          </a:r>
        </a:p>
      </dsp:txBody>
      <dsp:txXfrm>
        <a:off x="1053213" y="586058"/>
        <a:ext cx="2404334" cy="1602889"/>
      </dsp:txXfrm>
    </dsp:sp>
    <dsp:sp modelId="{7291B9C0-CA02-4473-8519-F6FE8778830D}">
      <dsp:nvSpPr>
        <dsp:cNvPr id="0" name=""/>
        <dsp:cNvSpPr/>
      </dsp:nvSpPr>
      <dsp:spPr>
        <a:xfrm>
          <a:off x="3609789" y="595996"/>
          <a:ext cx="4007223" cy="1602889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2014" tIns="37338" rIns="37338" bIns="37338" numCol="1" spcCol="1270" anchor="ctr" anchorCtr="0">
          <a:noAutofit/>
        </a:bodyPr>
        <a:lstStyle/>
        <a:p>
          <a:pPr marL="0" lvl="0" indent="0" algn="ctr" defTabSz="1244600">
            <a:lnSpc>
              <a:spcPts val="2000"/>
            </a:lnSpc>
            <a:spcBef>
              <a:spcPct val="0"/>
            </a:spcBef>
            <a:spcAft>
              <a:spcPts val="200"/>
            </a:spcAft>
            <a:buNone/>
          </a:pPr>
          <a:r>
            <a:rPr lang="ru-RU" sz="2800" b="1" kern="1200" dirty="0"/>
            <a:t>Проверка документов на наличие ошибок</a:t>
          </a:r>
        </a:p>
      </dsp:txBody>
      <dsp:txXfrm>
        <a:off x="4411234" y="595996"/>
        <a:ext cx="2404334" cy="1602889"/>
      </dsp:txXfrm>
    </dsp:sp>
    <dsp:sp modelId="{6EA50B15-33C5-49F2-A2AB-5660B760BBD6}">
      <dsp:nvSpPr>
        <dsp:cNvPr id="0" name=""/>
        <dsp:cNvSpPr/>
      </dsp:nvSpPr>
      <dsp:spPr>
        <a:xfrm>
          <a:off x="6954082" y="593640"/>
          <a:ext cx="4007223" cy="1602889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2014" tIns="37338" rIns="37338" bIns="37338" numCol="1" spcCol="1270" anchor="ctr" anchorCtr="0">
          <a:noAutofit/>
        </a:bodyPr>
        <a:lstStyle/>
        <a:p>
          <a:pPr marL="0" lvl="0" indent="0" algn="ctr" defTabSz="1244600">
            <a:lnSpc>
              <a:spcPts val="2000"/>
            </a:lnSpc>
            <a:spcBef>
              <a:spcPct val="0"/>
            </a:spcBef>
            <a:spcAft>
              <a:spcPts val="200"/>
            </a:spcAft>
            <a:buNone/>
          </a:pPr>
          <a:r>
            <a:rPr lang="ru-RU" sz="2800" b="1" kern="1200" dirty="0"/>
            <a:t>Конфиденциальность документов</a:t>
          </a:r>
        </a:p>
      </dsp:txBody>
      <dsp:txXfrm>
        <a:off x="7755527" y="593640"/>
        <a:ext cx="2404334" cy="160288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E365A0-44AE-4CB8-8362-721B210258C9}">
      <dsp:nvSpPr>
        <dsp:cNvPr id="0" name=""/>
        <dsp:cNvSpPr/>
      </dsp:nvSpPr>
      <dsp:spPr>
        <a:xfrm>
          <a:off x="783417" y="261251"/>
          <a:ext cx="2550052" cy="1275026"/>
        </a:xfrm>
        <a:prstGeom prst="roundRect">
          <a:avLst>
            <a:gd name="adj" fmla="val 10000"/>
          </a:avLst>
        </a:prstGeom>
        <a:solidFill>
          <a:schemeClr val="tx2">
            <a:lumMod val="50000"/>
            <a:lumOff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5245" tIns="36830" rIns="55245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900" kern="1200" dirty="0">
              <a:latin typeface="Arial" panose="020B0604020202020204" pitchFamily="34" charset="0"/>
              <a:cs typeface="Arial" panose="020B0604020202020204" pitchFamily="34" charset="0"/>
            </a:rPr>
            <a:t>Безопасность</a:t>
          </a:r>
        </a:p>
      </dsp:txBody>
      <dsp:txXfrm>
        <a:off x="820761" y="298595"/>
        <a:ext cx="2475364" cy="1200338"/>
      </dsp:txXfrm>
    </dsp:sp>
    <dsp:sp modelId="{A248A4C6-9A39-4D01-AA32-6BF5B0C20F37}">
      <dsp:nvSpPr>
        <dsp:cNvPr id="0" name=""/>
        <dsp:cNvSpPr/>
      </dsp:nvSpPr>
      <dsp:spPr>
        <a:xfrm>
          <a:off x="1038422" y="1536277"/>
          <a:ext cx="224664" cy="91557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15570"/>
              </a:lnTo>
              <a:lnTo>
                <a:pt x="224664" y="915570"/>
              </a:lnTo>
            </a:path>
          </a:pathLst>
        </a:custGeom>
        <a:noFill/>
        <a:ln w="12700" cap="flat" cmpd="sng" algn="ctr">
          <a:solidFill>
            <a:schemeClr val="tx2">
              <a:lumMod val="90000"/>
              <a:lumOff val="1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A9B9293-7A91-424A-BC14-34AA30D11D3D}">
      <dsp:nvSpPr>
        <dsp:cNvPr id="0" name=""/>
        <dsp:cNvSpPr/>
      </dsp:nvSpPr>
      <dsp:spPr>
        <a:xfrm>
          <a:off x="1263087" y="1814335"/>
          <a:ext cx="2040041" cy="127502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2">
              <a:lumMod val="75000"/>
              <a:lumOff val="2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 dirty="0">
              <a:latin typeface="Arial" panose="020B0604020202020204" pitchFamily="34" charset="0"/>
              <a:cs typeface="Arial" panose="020B0604020202020204" pitchFamily="34" charset="0"/>
            </a:rPr>
            <a:t>шифрование</a:t>
          </a:r>
        </a:p>
      </dsp:txBody>
      <dsp:txXfrm>
        <a:off x="1300431" y="1851679"/>
        <a:ext cx="1965353" cy="1200338"/>
      </dsp:txXfrm>
    </dsp:sp>
    <dsp:sp modelId="{B3DD119B-8144-4685-B5AE-3094E9303977}">
      <dsp:nvSpPr>
        <dsp:cNvPr id="0" name=""/>
        <dsp:cNvSpPr/>
      </dsp:nvSpPr>
      <dsp:spPr>
        <a:xfrm>
          <a:off x="1038422" y="1536277"/>
          <a:ext cx="906834" cy="232748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327483"/>
              </a:lnTo>
              <a:lnTo>
                <a:pt x="906834" y="2327483"/>
              </a:lnTo>
            </a:path>
          </a:pathLst>
        </a:custGeom>
        <a:noFill/>
        <a:ln w="12700" cap="flat" cmpd="sng" algn="ctr">
          <a:solidFill>
            <a:schemeClr val="tx2">
              <a:lumMod val="90000"/>
              <a:lumOff val="1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2A23A84-A7E2-4C82-AD61-3D7F86EAB1BD}">
      <dsp:nvSpPr>
        <dsp:cNvPr id="0" name=""/>
        <dsp:cNvSpPr/>
      </dsp:nvSpPr>
      <dsp:spPr>
        <a:xfrm>
          <a:off x="1945257" y="3226248"/>
          <a:ext cx="2040041" cy="127502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2">
              <a:lumMod val="75000"/>
              <a:lumOff val="2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 dirty="0">
              <a:latin typeface="Arial" panose="020B0604020202020204" pitchFamily="34" charset="0"/>
              <a:cs typeface="Arial" panose="020B0604020202020204" pitchFamily="34" charset="0"/>
            </a:rPr>
            <a:t>электронная подпись</a:t>
          </a:r>
        </a:p>
      </dsp:txBody>
      <dsp:txXfrm>
        <a:off x="1982601" y="3263592"/>
        <a:ext cx="1965353" cy="1200338"/>
      </dsp:txXfrm>
    </dsp:sp>
    <dsp:sp modelId="{21E7B341-3FEB-4326-A8BB-D11FC069D933}">
      <dsp:nvSpPr>
        <dsp:cNvPr id="0" name=""/>
        <dsp:cNvSpPr/>
      </dsp:nvSpPr>
      <dsp:spPr>
        <a:xfrm>
          <a:off x="1038422" y="1536277"/>
          <a:ext cx="1879301" cy="379789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797894"/>
              </a:lnTo>
              <a:lnTo>
                <a:pt x="1879301" y="3797894"/>
              </a:lnTo>
            </a:path>
          </a:pathLst>
        </a:custGeom>
        <a:noFill/>
        <a:ln w="12700" cap="flat" cmpd="sng" algn="ctr">
          <a:solidFill>
            <a:schemeClr val="tx2">
              <a:lumMod val="90000"/>
              <a:lumOff val="1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C86F742-3E06-4D62-8638-9D1CDDA5F1FA}">
      <dsp:nvSpPr>
        <dsp:cNvPr id="0" name=""/>
        <dsp:cNvSpPr/>
      </dsp:nvSpPr>
      <dsp:spPr>
        <a:xfrm>
          <a:off x="2917724" y="4696659"/>
          <a:ext cx="2040041" cy="127502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2">
              <a:lumMod val="75000"/>
              <a:lumOff val="2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 dirty="0">
              <a:latin typeface="Arial" panose="020B0604020202020204" pitchFamily="34" charset="0"/>
              <a:cs typeface="Arial" panose="020B0604020202020204" pitchFamily="34" charset="0"/>
            </a:rPr>
            <a:t>уровни доступа</a:t>
          </a:r>
        </a:p>
      </dsp:txBody>
      <dsp:txXfrm>
        <a:off x="2955068" y="4734003"/>
        <a:ext cx="1965353" cy="1200338"/>
      </dsp:txXfrm>
    </dsp:sp>
    <dsp:sp modelId="{0B92BD65-69C6-47A4-8E48-C38DAAE9547C}">
      <dsp:nvSpPr>
        <dsp:cNvPr id="0" name=""/>
        <dsp:cNvSpPr/>
      </dsp:nvSpPr>
      <dsp:spPr>
        <a:xfrm>
          <a:off x="6074240" y="343478"/>
          <a:ext cx="2550052" cy="1275026"/>
        </a:xfrm>
        <a:prstGeom prst="roundRect">
          <a:avLst>
            <a:gd name="adj" fmla="val 10000"/>
          </a:avLst>
        </a:prstGeom>
        <a:solidFill>
          <a:schemeClr val="tx2">
            <a:lumMod val="50000"/>
            <a:lumOff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5245" tIns="36830" rIns="55245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900" kern="1200" dirty="0">
              <a:latin typeface="Arial" panose="020B0604020202020204" pitchFamily="34" charset="0"/>
              <a:cs typeface="Arial" panose="020B0604020202020204" pitchFamily="34" charset="0"/>
            </a:rPr>
            <a:t>Объём нагрузки</a:t>
          </a:r>
        </a:p>
      </dsp:txBody>
      <dsp:txXfrm>
        <a:off x="6111584" y="380822"/>
        <a:ext cx="2475364" cy="1200338"/>
      </dsp:txXfrm>
    </dsp:sp>
    <dsp:sp modelId="{11CB4345-EFD5-4A54-A201-43B4F9882361}">
      <dsp:nvSpPr>
        <dsp:cNvPr id="0" name=""/>
        <dsp:cNvSpPr/>
      </dsp:nvSpPr>
      <dsp:spPr>
        <a:xfrm>
          <a:off x="6329245" y="1618504"/>
          <a:ext cx="450930" cy="131957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19575"/>
              </a:lnTo>
              <a:lnTo>
                <a:pt x="450930" y="1319575"/>
              </a:lnTo>
            </a:path>
          </a:pathLst>
        </a:custGeom>
        <a:noFill/>
        <a:ln w="12700" cap="flat" cmpd="sng" algn="ctr">
          <a:solidFill>
            <a:schemeClr val="tx2">
              <a:lumMod val="90000"/>
              <a:lumOff val="1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28DD3D0-D4A5-4AB5-8AF3-4B683A2F378F}">
      <dsp:nvSpPr>
        <dsp:cNvPr id="0" name=""/>
        <dsp:cNvSpPr/>
      </dsp:nvSpPr>
      <dsp:spPr>
        <a:xfrm>
          <a:off x="6780176" y="2300566"/>
          <a:ext cx="2040041" cy="127502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2">
              <a:lumMod val="75000"/>
              <a:lumOff val="2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 dirty="0">
              <a:latin typeface="Arial" panose="020B0604020202020204" pitchFamily="34" charset="0"/>
              <a:cs typeface="Arial" panose="020B0604020202020204" pitchFamily="34" charset="0"/>
            </a:rPr>
            <a:t>Одновременно-10 тыс. пользователей</a:t>
          </a:r>
        </a:p>
      </dsp:txBody>
      <dsp:txXfrm>
        <a:off x="6817520" y="2337910"/>
        <a:ext cx="1965353" cy="1200338"/>
      </dsp:txXfrm>
    </dsp:sp>
    <dsp:sp modelId="{0BA39C2E-F30E-4C49-9750-F11878A6A825}">
      <dsp:nvSpPr>
        <dsp:cNvPr id="0" name=""/>
        <dsp:cNvSpPr/>
      </dsp:nvSpPr>
      <dsp:spPr>
        <a:xfrm>
          <a:off x="6329245" y="1618504"/>
          <a:ext cx="1786260" cy="296370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963708"/>
              </a:lnTo>
              <a:lnTo>
                <a:pt x="1786260" y="2963708"/>
              </a:lnTo>
            </a:path>
          </a:pathLst>
        </a:custGeom>
        <a:noFill/>
        <a:ln w="12700" cap="flat" cmpd="sng" algn="ctr">
          <a:solidFill>
            <a:schemeClr val="tx2">
              <a:lumMod val="90000"/>
              <a:lumOff val="1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28156C9-85B1-4DD7-BDA7-0CA45A76E9E0}">
      <dsp:nvSpPr>
        <dsp:cNvPr id="0" name=""/>
        <dsp:cNvSpPr/>
      </dsp:nvSpPr>
      <dsp:spPr>
        <a:xfrm>
          <a:off x="8115506" y="3944700"/>
          <a:ext cx="2040041" cy="127502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2">
              <a:lumMod val="75000"/>
              <a:lumOff val="2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 dirty="0">
              <a:latin typeface="Arial" panose="020B0604020202020204" pitchFamily="34" charset="0"/>
              <a:cs typeface="Arial" panose="020B0604020202020204" pitchFamily="34" charset="0"/>
            </a:rPr>
            <a:t>1000 запросов в секунду</a:t>
          </a:r>
        </a:p>
      </dsp:txBody>
      <dsp:txXfrm>
        <a:off x="8152850" y="3982044"/>
        <a:ext cx="1965353" cy="120033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E5B104-1AD4-4C41-9223-C3E7FA2D17E2}">
      <dsp:nvSpPr>
        <dsp:cNvPr id="0" name=""/>
        <dsp:cNvSpPr/>
      </dsp:nvSpPr>
      <dsp:spPr>
        <a:xfrm>
          <a:off x="1137611" y="0"/>
          <a:ext cx="5047620" cy="4440162"/>
        </a:xfrm>
        <a:prstGeom prst="triangle">
          <a:avLst/>
        </a:prstGeom>
        <a:solidFill>
          <a:schemeClr val="bg2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41FEE5-3BD7-44D4-9B0E-3532C155580D}">
      <dsp:nvSpPr>
        <dsp:cNvPr id="0" name=""/>
        <dsp:cNvSpPr/>
      </dsp:nvSpPr>
      <dsp:spPr>
        <a:xfrm>
          <a:off x="2482223" y="637180"/>
          <a:ext cx="2886105" cy="1051069"/>
        </a:xfrm>
        <a:prstGeom prst="roundRect">
          <a:avLst/>
        </a:prstGeom>
        <a:solidFill>
          <a:schemeClr val="bg1"/>
        </a:solidFill>
        <a:ln w="12700" cap="flat" cmpd="sng" algn="ctr">
          <a:solidFill>
            <a:schemeClr val="bg2">
              <a:lumMod val="50000"/>
              <a:lumOff val="5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1" kern="1200" dirty="0">
              <a:solidFill>
                <a:schemeClr val="tx1"/>
              </a:solidFill>
            </a:rPr>
            <a:t>Иерархия шрифтов</a:t>
          </a:r>
        </a:p>
      </dsp:txBody>
      <dsp:txXfrm>
        <a:off x="2533532" y="688489"/>
        <a:ext cx="2783487" cy="948451"/>
      </dsp:txXfrm>
    </dsp:sp>
    <dsp:sp modelId="{46D7A753-E546-4A96-8727-1854E22F2E8B}">
      <dsp:nvSpPr>
        <dsp:cNvPr id="0" name=""/>
        <dsp:cNvSpPr/>
      </dsp:nvSpPr>
      <dsp:spPr>
        <a:xfrm>
          <a:off x="2482223" y="1819633"/>
          <a:ext cx="2886105" cy="1051069"/>
        </a:xfrm>
        <a:prstGeom prst="roundRect">
          <a:avLst/>
        </a:prstGeom>
        <a:solidFill>
          <a:schemeClr val="bg1"/>
        </a:solidFill>
        <a:ln w="12700" cap="flat" cmpd="sng" algn="ctr">
          <a:solidFill>
            <a:schemeClr val="bg2">
              <a:lumMod val="50000"/>
              <a:lumOff val="5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1" kern="1200" dirty="0">
              <a:solidFill>
                <a:schemeClr val="tx1"/>
              </a:solidFill>
            </a:rPr>
            <a:t>Минимализм</a:t>
          </a:r>
        </a:p>
      </dsp:txBody>
      <dsp:txXfrm>
        <a:off x="2533532" y="1870942"/>
        <a:ext cx="2783487" cy="948451"/>
      </dsp:txXfrm>
    </dsp:sp>
    <dsp:sp modelId="{AFE35A28-96C2-4060-A9F6-D988E5252DD5}">
      <dsp:nvSpPr>
        <dsp:cNvPr id="0" name=""/>
        <dsp:cNvSpPr/>
      </dsp:nvSpPr>
      <dsp:spPr>
        <a:xfrm>
          <a:off x="2482223" y="3002087"/>
          <a:ext cx="2886105" cy="1051069"/>
        </a:xfrm>
        <a:prstGeom prst="roundRect">
          <a:avLst/>
        </a:prstGeom>
        <a:solidFill>
          <a:schemeClr val="bg1"/>
        </a:solidFill>
        <a:ln w="12700" cap="flat" cmpd="sng" algn="ctr">
          <a:solidFill>
            <a:schemeClr val="bg2">
              <a:lumMod val="50000"/>
              <a:lumOff val="5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1" kern="1200" dirty="0">
              <a:solidFill>
                <a:schemeClr val="tx1"/>
              </a:solidFill>
            </a:rPr>
            <a:t>Простое цветовое решение</a:t>
          </a:r>
        </a:p>
      </dsp:txBody>
      <dsp:txXfrm>
        <a:off x="2533532" y="3053396"/>
        <a:ext cx="2783487" cy="94845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72498F-5B76-4D79-93D1-7A8C3C623C10}">
      <dsp:nvSpPr>
        <dsp:cNvPr id="0" name=""/>
        <dsp:cNvSpPr/>
      </dsp:nvSpPr>
      <dsp:spPr>
        <a:xfrm>
          <a:off x="2839593" y="651"/>
          <a:ext cx="2630241" cy="76238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1" kern="1200" dirty="0"/>
            <a:t>Регистрация\вход</a:t>
          </a:r>
        </a:p>
      </dsp:txBody>
      <dsp:txXfrm>
        <a:off x="2861923" y="22981"/>
        <a:ext cx="2585581" cy="717728"/>
      </dsp:txXfrm>
    </dsp:sp>
    <dsp:sp modelId="{552462E2-1A28-4237-9FB3-576EE644F765}">
      <dsp:nvSpPr>
        <dsp:cNvPr id="0" name=""/>
        <dsp:cNvSpPr/>
      </dsp:nvSpPr>
      <dsp:spPr>
        <a:xfrm rot="4039456">
          <a:off x="4232856" y="796871"/>
          <a:ext cx="333859" cy="343074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600" kern="1200"/>
        </a:p>
      </dsp:txBody>
      <dsp:txXfrm rot="-5400000">
        <a:off x="4277557" y="805350"/>
        <a:ext cx="205844" cy="233701"/>
      </dsp:txXfrm>
    </dsp:sp>
    <dsp:sp modelId="{2385B4B3-BF03-4212-B229-E6F9D62FF017}">
      <dsp:nvSpPr>
        <dsp:cNvPr id="0" name=""/>
        <dsp:cNvSpPr/>
      </dsp:nvSpPr>
      <dsp:spPr>
        <a:xfrm>
          <a:off x="3329738" y="1173777"/>
          <a:ext cx="2630241" cy="76238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1" kern="1200" dirty="0"/>
            <a:t>Главная</a:t>
          </a:r>
        </a:p>
      </dsp:txBody>
      <dsp:txXfrm>
        <a:off x="3352068" y="1196107"/>
        <a:ext cx="2585581" cy="717728"/>
      </dsp:txXfrm>
    </dsp:sp>
    <dsp:sp modelId="{37C27EA7-1351-459C-89BE-E2CB22461D40}">
      <dsp:nvSpPr>
        <dsp:cNvPr id="0" name=""/>
        <dsp:cNvSpPr/>
      </dsp:nvSpPr>
      <dsp:spPr>
        <a:xfrm rot="4598588">
          <a:off x="4626476" y="1968773"/>
          <a:ext cx="314730" cy="343074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500" kern="1200"/>
        </a:p>
      </dsp:txBody>
      <dsp:txXfrm rot="-5400000">
        <a:off x="4670012" y="1984223"/>
        <a:ext cx="205844" cy="220311"/>
      </dsp:txXfrm>
    </dsp:sp>
    <dsp:sp modelId="{F8FCA698-5C58-4646-9ADE-82F41FD1AD40}">
      <dsp:nvSpPr>
        <dsp:cNvPr id="0" name=""/>
        <dsp:cNvSpPr/>
      </dsp:nvSpPr>
      <dsp:spPr>
        <a:xfrm>
          <a:off x="3607702" y="2344455"/>
          <a:ext cx="2630241" cy="76238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1" kern="1200" dirty="0"/>
            <a:t>Документы</a:t>
          </a:r>
        </a:p>
      </dsp:txBody>
      <dsp:txXfrm>
        <a:off x="3630032" y="2366785"/>
        <a:ext cx="2585581" cy="717728"/>
      </dsp:txXfrm>
    </dsp:sp>
    <dsp:sp modelId="{A20E80C8-7974-456B-BC55-0B0C20B1DC06}">
      <dsp:nvSpPr>
        <dsp:cNvPr id="0" name=""/>
        <dsp:cNvSpPr/>
      </dsp:nvSpPr>
      <dsp:spPr>
        <a:xfrm rot="3266454">
          <a:off x="5163245" y="3090205"/>
          <a:ext cx="285609" cy="343074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400" kern="1200"/>
        </a:p>
      </dsp:txBody>
      <dsp:txXfrm rot="-5400000">
        <a:off x="5178213" y="3126927"/>
        <a:ext cx="205844" cy="199926"/>
      </dsp:txXfrm>
    </dsp:sp>
    <dsp:sp modelId="{7D794750-744B-4668-AB43-7B3186BA9A0B}">
      <dsp:nvSpPr>
        <dsp:cNvPr id="0" name=""/>
        <dsp:cNvSpPr/>
      </dsp:nvSpPr>
      <dsp:spPr>
        <a:xfrm>
          <a:off x="4374155" y="3416641"/>
          <a:ext cx="2630241" cy="76238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1" kern="1200" dirty="0"/>
            <a:t>Редактирование документов</a:t>
          </a:r>
        </a:p>
      </dsp:txBody>
      <dsp:txXfrm>
        <a:off x="4396485" y="3438971"/>
        <a:ext cx="2585581" cy="717728"/>
      </dsp:txXfrm>
    </dsp:sp>
    <dsp:sp modelId="{20362DC7-12EE-4DBE-B99C-24F9E43CEF93}">
      <dsp:nvSpPr>
        <dsp:cNvPr id="0" name=""/>
        <dsp:cNvSpPr/>
      </dsp:nvSpPr>
      <dsp:spPr>
        <a:xfrm rot="3163680">
          <a:off x="5947751" y="4181759"/>
          <a:ext cx="328487" cy="343074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600" kern="1200"/>
        </a:p>
      </dsp:txBody>
      <dsp:txXfrm rot="-5400000">
        <a:off x="5979232" y="4199116"/>
        <a:ext cx="205844" cy="229941"/>
      </dsp:txXfrm>
    </dsp:sp>
    <dsp:sp modelId="{20791257-17C1-4AA2-A69A-18AD70EE459E}">
      <dsp:nvSpPr>
        <dsp:cNvPr id="0" name=""/>
        <dsp:cNvSpPr/>
      </dsp:nvSpPr>
      <dsp:spPr>
        <a:xfrm>
          <a:off x="5219593" y="4527563"/>
          <a:ext cx="2630241" cy="76238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1" kern="1200" dirty="0"/>
            <a:t>Профиль</a:t>
          </a:r>
        </a:p>
      </dsp:txBody>
      <dsp:txXfrm>
        <a:off x="5241923" y="4549893"/>
        <a:ext cx="2585581" cy="71772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5A9FAD-020B-465D-B8EA-147641545190}">
      <dsp:nvSpPr>
        <dsp:cNvPr id="0" name=""/>
        <dsp:cNvSpPr/>
      </dsp:nvSpPr>
      <dsp:spPr>
        <a:xfrm>
          <a:off x="2527978" y="0"/>
          <a:ext cx="2360843" cy="1601402"/>
        </a:xfrm>
        <a:prstGeom prst="trapezoid">
          <a:avLst>
            <a:gd name="adj" fmla="val 73712"/>
          </a:avLst>
        </a:prstGeom>
        <a:solidFill>
          <a:schemeClr val="bg2">
            <a:lumMod val="9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0" tIns="44450" rIns="44450" bIns="444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500" b="1" kern="1200" dirty="0"/>
            <a:t>Гость</a:t>
          </a:r>
        </a:p>
      </dsp:txBody>
      <dsp:txXfrm>
        <a:off x="2527978" y="0"/>
        <a:ext cx="2360843" cy="1601402"/>
      </dsp:txXfrm>
    </dsp:sp>
    <dsp:sp modelId="{EC89E73F-33D1-4664-8FD9-5F2B31269CBE}">
      <dsp:nvSpPr>
        <dsp:cNvPr id="0" name=""/>
        <dsp:cNvSpPr/>
      </dsp:nvSpPr>
      <dsp:spPr>
        <a:xfrm>
          <a:off x="1239742" y="1601402"/>
          <a:ext cx="4937315" cy="1747666"/>
        </a:xfrm>
        <a:prstGeom prst="trapezoid">
          <a:avLst>
            <a:gd name="adj" fmla="val 73712"/>
          </a:avLst>
        </a:prstGeom>
        <a:solidFill>
          <a:schemeClr val="bg2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0" tIns="44450" rIns="44450" bIns="444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500" b="1" kern="1200" dirty="0"/>
            <a:t>Пользователь</a:t>
          </a:r>
        </a:p>
      </dsp:txBody>
      <dsp:txXfrm>
        <a:off x="2103772" y="1601402"/>
        <a:ext cx="3209254" cy="1747666"/>
      </dsp:txXfrm>
    </dsp:sp>
    <dsp:sp modelId="{7A84BB14-9500-4660-94D8-0D82A5B8DB6E}">
      <dsp:nvSpPr>
        <dsp:cNvPr id="0" name=""/>
        <dsp:cNvSpPr/>
      </dsp:nvSpPr>
      <dsp:spPr>
        <a:xfrm>
          <a:off x="0" y="3349068"/>
          <a:ext cx="7416800" cy="1681878"/>
        </a:xfrm>
        <a:prstGeom prst="trapezoid">
          <a:avLst>
            <a:gd name="adj" fmla="val 73712"/>
          </a:avLst>
        </a:prstGeom>
        <a:solidFill>
          <a:schemeClr val="tx2">
            <a:lumMod val="50000"/>
            <a:lumOff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0" tIns="44450" rIns="44450" bIns="444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500" b="1" kern="1200"/>
            <a:t>Менеджер</a:t>
          </a:r>
          <a:endParaRPr lang="ru-RU" sz="3500" b="1" kern="1200" dirty="0"/>
        </a:p>
      </dsp:txBody>
      <dsp:txXfrm>
        <a:off x="1297939" y="3349068"/>
        <a:ext cx="4820920" cy="1681878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DDA51639-B2D6-4652-B8C3-1B4C224A7BAF}" type="datetimeFigureOut">
              <a:rPr lang="en-US" smtClean="0"/>
              <a:t>6/12/2026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1060"/>
            <a:ext cx="5905500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54651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F5DD9-2C52-442D-92E2-8072C0C3D7CD}" type="datetimeFigureOut">
              <a:rPr lang="en-US" smtClean="0"/>
              <a:t>6/12/2026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07158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0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C44961B7-6B89-48AB-966F-622E2788EECC}" type="datetimeFigureOut">
              <a:rPr lang="en-US" smtClean="0"/>
              <a:t>6/12/2026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553" y="5211060"/>
            <a:ext cx="5907024" cy="228600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1060"/>
            <a:ext cx="2112264" cy="228600"/>
          </a:xfrm>
        </p:spPr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50661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3D6FB-79CC-4683-A046-BBE785BA1BED}" type="datetimeFigureOut">
              <a:rPr lang="en-US" smtClean="0"/>
              <a:t>6/12/2026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49877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2B3E8-48F1-4B23-8498-D8A04A81EC9C}" type="datetimeFigureOut">
              <a:rPr lang="en-US" smtClean="0"/>
              <a:t>6/12/2026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6864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90D90-AA62-404D-A741-635B4370F9CB}" type="datetimeFigureOut">
              <a:rPr lang="en-US" smtClean="0"/>
              <a:t>6/12/2026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99342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002E4-6836-46D1-9DBB-3C27C0DD3A89}" type="datetimeFigureOut">
              <a:rPr lang="en-US" smtClean="0"/>
              <a:t>6/12/2026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922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245529" y="237744"/>
            <a:ext cx="8531352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131DD-A141-4471-BCF9-C6073EDD7E20}" type="datetimeFigureOut">
              <a:rPr lang="en-US" smtClean="0"/>
              <a:t>6/12/2026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3677" y="6223002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4762082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AB334A90-EB03-42F3-8859-2C2B2724C058}" type="datetimeFigureOut">
              <a:rPr lang="en-US" smtClean="0"/>
              <a:t>6/12/2026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5088655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A6AA8-A04B-4104-9AE2-BD48D340E27F}" type="datetimeFigureOut">
              <a:rPr lang="en-US" smtClean="0"/>
              <a:t>6/12/2026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65826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0BF79-FAC6-4A96-8DE1-F7B82E2E1652}" type="datetimeFigureOut">
              <a:rPr lang="en-US" smtClean="0"/>
              <a:t>6/12/2026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76997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4320" y="6307672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BC48EC7-AF6A-48D3-8284-14BACBEBDD84}" type="datetimeFigureOut">
              <a:rPr lang="en-US" smtClean="0"/>
              <a:t>6/12/2026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307672"/>
            <a:ext cx="52120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6307672"/>
            <a:ext cx="146304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3290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862" r:id="rId10"/>
    <p:sldLayoutId id="2147483863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5.xml"/><Relationship Id="rId3" Type="http://schemas.openxmlformats.org/officeDocument/2006/relationships/diagramLayout" Target="../diagrams/layout4.xml"/><Relationship Id="rId7" Type="http://schemas.openxmlformats.org/officeDocument/2006/relationships/diagramData" Target="../diagrams/data5.xml"/><Relationship Id="rId12" Type="http://schemas.openxmlformats.org/officeDocument/2006/relationships/image" Target="../media/image5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.xml"/><Relationship Id="rId11" Type="http://schemas.microsoft.com/office/2007/relationships/diagramDrawing" Target="../diagrams/drawing5.xml"/><Relationship Id="rId5" Type="http://schemas.openxmlformats.org/officeDocument/2006/relationships/diagramColors" Target="../diagrams/colors4.xml"/><Relationship Id="rId10" Type="http://schemas.openxmlformats.org/officeDocument/2006/relationships/diagramColors" Target="../diagrams/colors5.xml"/><Relationship Id="rId4" Type="http://schemas.openxmlformats.org/officeDocument/2006/relationships/diagramQuickStyle" Target="../diagrams/quickStyle4.xml"/><Relationship Id="rId9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6AC793-4359-4EF0-CEEB-AFF78746BB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59052" y="2346930"/>
            <a:ext cx="9068586" cy="2335132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4400" b="1" dirty="0">
                <a:effectLst/>
                <a:latin typeface="Candara (Основной текст)"/>
                <a:ea typeface="Times New Roman" panose="02020603050405020304" pitchFamily="18" charset="0"/>
              </a:rPr>
              <a:t>Разработка веб-платформы «</a:t>
            </a:r>
            <a:r>
              <a:rPr lang="ru-RU" sz="4400" b="1" dirty="0" err="1">
                <a:effectLst/>
                <a:latin typeface="Candara (Основной текст)"/>
                <a:ea typeface="Times New Roman" panose="02020603050405020304" pitchFamily="18" charset="0"/>
              </a:rPr>
              <a:t>Aegis</a:t>
            </a:r>
            <a:r>
              <a:rPr lang="ru-RU" sz="4400" b="1" dirty="0">
                <a:effectLst/>
                <a:latin typeface="Candara (Основной текст)"/>
                <a:ea typeface="Times New Roman" panose="02020603050405020304" pitchFamily="18" charset="0"/>
              </a:rPr>
              <a:t>: Универсальный Документ-Хаб»</a:t>
            </a:r>
            <a:br>
              <a:rPr lang="ru-RU" sz="44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</a:br>
            <a:br>
              <a:rPr lang="ru-RU" sz="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</a:br>
            <a:endParaRPr lang="ru-RU" sz="1800" dirty="0">
              <a:highlight>
                <a:srgbClr val="FFFF00"/>
              </a:highlight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6B7E7DA-2A56-B0FA-39D2-F39C7714B5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36127" y="4880085"/>
            <a:ext cx="3719618" cy="457201"/>
          </a:xfrm>
        </p:spPr>
        <p:txBody>
          <a:bodyPr>
            <a:normAutofit fontScale="92500"/>
          </a:bodyPr>
          <a:lstStyle/>
          <a:p>
            <a:r>
              <a:rPr lang="en-US" sz="16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https://github.com/Spuyci/AEGIS-</a:t>
            </a:r>
            <a:endParaRPr lang="ru-RU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3D41ED84-125A-DDA4-6076-631010CAD828}"/>
              </a:ext>
            </a:extLst>
          </p:cNvPr>
          <p:cNvSpPr txBox="1">
            <a:spLocks/>
          </p:cNvSpPr>
          <p:nvPr/>
        </p:nvSpPr>
        <p:spPr>
          <a:xfrm>
            <a:off x="6096000" y="4880084"/>
            <a:ext cx="4359875" cy="4572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 spc="8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Чопенко София 24290907\2091</a:t>
            </a:r>
          </a:p>
        </p:txBody>
      </p:sp>
    </p:spTree>
    <p:extLst>
      <p:ext uri="{BB962C8B-B14F-4D97-AF65-F5344CB8AC3E}">
        <p14:creationId xmlns:p14="http://schemas.microsoft.com/office/powerpoint/2010/main" val="40706861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49A591-DA45-51DB-BDAF-B28DF8762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3200" dirty="0"/>
              <a:t>Предметная область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2067B8B-2243-0992-4212-6CC94E9C04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sz="2400" b="1" dirty="0"/>
              <a:t>Aegis - </a:t>
            </a:r>
            <a:r>
              <a:rPr lang="ru-RU" sz="2400" b="1" dirty="0"/>
              <a:t>платформа управления жизненным циклом документов :</a:t>
            </a:r>
            <a:r>
              <a:rPr lang="ru-RU" sz="2400" dirty="0"/>
              <a:t> от создания и подписания до безопасного обмена и интеллектуального архивирования.</a:t>
            </a:r>
            <a:endParaRPr lang="ru-RU" dirty="0"/>
          </a:p>
          <a:p>
            <a:pPr marL="0" indent="0" algn="ctr">
              <a:buNone/>
            </a:pPr>
            <a:r>
              <a:rPr lang="ru-RU" sz="3200" b="1" dirty="0"/>
              <a:t>Сайт состоит из 3-ч частей:</a:t>
            </a:r>
          </a:p>
          <a:p>
            <a:pPr marL="0" indent="0">
              <a:buNone/>
            </a:pPr>
            <a:endParaRPr lang="ru-RU" dirty="0"/>
          </a:p>
        </p:txBody>
      </p:sp>
      <p:graphicFrame>
        <p:nvGraphicFramePr>
          <p:cNvPr id="4" name="Схема 3">
            <a:extLst>
              <a:ext uri="{FF2B5EF4-FFF2-40B4-BE49-F238E27FC236}">
                <a16:creationId xmlns:a16="http://schemas.microsoft.com/office/drawing/2014/main" id="{1D370FA6-D2F1-CBCD-1B8A-E827703FEEE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58123698"/>
              </p:ext>
            </p:extLst>
          </p:nvPr>
        </p:nvGraphicFramePr>
        <p:xfrm>
          <a:off x="595793" y="3747052"/>
          <a:ext cx="11226803" cy="27948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2F526AE-FD02-3719-6EC3-402158FFB9E6}"/>
              </a:ext>
            </a:extLst>
          </p:cNvPr>
          <p:cNvSpPr txBox="1"/>
          <p:nvPr/>
        </p:nvSpPr>
        <p:spPr>
          <a:xfrm>
            <a:off x="3657601" y="6121627"/>
            <a:ext cx="54210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Срок реализации проекта от 1,5 до 2 лет</a:t>
            </a:r>
          </a:p>
        </p:txBody>
      </p:sp>
    </p:spTree>
    <p:extLst>
      <p:ext uri="{BB962C8B-B14F-4D97-AF65-F5344CB8AC3E}">
        <p14:creationId xmlns:p14="http://schemas.microsoft.com/office/powerpoint/2010/main" val="14672596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Объект 7">
            <a:extLst>
              <a:ext uri="{FF2B5EF4-FFF2-40B4-BE49-F238E27FC236}">
                <a16:creationId xmlns:a16="http://schemas.microsoft.com/office/drawing/2014/main" id="{165BE0DB-B019-0139-7DBD-2E21F2811FA5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538594891"/>
              </p:ext>
            </p:extLst>
          </p:nvPr>
        </p:nvGraphicFramePr>
        <p:xfrm>
          <a:off x="463322" y="484778"/>
          <a:ext cx="12599534" cy="60611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46113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FB2AC8-F13E-F3BE-0C8E-89CB193FD9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352308"/>
            <a:ext cx="10058400" cy="1371600"/>
          </a:xfrm>
        </p:spPr>
        <p:txBody>
          <a:bodyPr>
            <a:normAutofit fontScale="90000"/>
          </a:bodyPr>
          <a:lstStyle/>
          <a:p>
            <a:pPr algn="ctr"/>
            <a:br>
              <a:rPr lang="ru-RU" sz="3200" dirty="0"/>
            </a:br>
            <a:r>
              <a:rPr lang="ru-RU" sz="3200" dirty="0"/>
              <a:t>Инкрементная </a:t>
            </a:r>
            <a:br>
              <a:rPr lang="ru-RU" sz="3200" dirty="0"/>
            </a:br>
            <a:r>
              <a:rPr lang="ru-RU" sz="3200" dirty="0"/>
              <a:t>Модель жизненного цикла </a:t>
            </a:r>
            <a:br>
              <a:rPr lang="ru-RU" sz="3200" dirty="0"/>
            </a:br>
            <a:endParaRPr lang="ru-RU" sz="3200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7E458AA-32CC-0494-7D02-2AD6DCC3E95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63183" y="1723908"/>
            <a:ext cx="5673780" cy="4200704"/>
          </a:xfrm>
          <a:prstGeom prst="roundRect">
            <a:avLst>
              <a:gd name="adj" fmla="val 10356"/>
            </a:avLst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  <a:effectLst>
            <a:softEdge rad="152400"/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ru-RU" altLang="ru-RU" sz="2400" b="1" dirty="0">
                <a:solidFill>
                  <a:schemeClr val="bg1"/>
                </a:solidFill>
                <a:latin typeface="Arial" panose="020B0604020202020204" pitchFamily="34" charset="0"/>
              </a:rPr>
              <a:t>Этапы выполнения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Базовое хранилище: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загрузка файлов, создание папок и поиск.</a:t>
            </a:r>
          </a:p>
          <a:p>
            <a:pPr marL="266700" indent="-2667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Интеллектуальный ассистент: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ИИ для авто сортировки и проверки текста на ошибки.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Безопасность: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лимиты на просмотр ссылок и блокировка копирования.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12" name="Группа 11">
            <a:extLst>
              <a:ext uri="{FF2B5EF4-FFF2-40B4-BE49-F238E27FC236}">
                <a16:creationId xmlns:a16="http://schemas.microsoft.com/office/drawing/2014/main" id="{2A15DFA4-6698-670D-ADC9-D87B2639A59C}"/>
              </a:ext>
            </a:extLst>
          </p:cNvPr>
          <p:cNvGrpSpPr/>
          <p:nvPr/>
        </p:nvGrpSpPr>
        <p:grpSpPr>
          <a:xfrm>
            <a:off x="6400800" y="2085654"/>
            <a:ext cx="5428019" cy="3184990"/>
            <a:chOff x="8581666" y="2659650"/>
            <a:chExt cx="7775933" cy="2871893"/>
          </a:xfrm>
        </p:grpSpPr>
        <p:sp>
          <p:nvSpPr>
            <p:cNvPr id="15" name="Полилиния: фигура 14">
              <a:extLst>
                <a:ext uri="{FF2B5EF4-FFF2-40B4-BE49-F238E27FC236}">
                  <a16:creationId xmlns:a16="http://schemas.microsoft.com/office/drawing/2014/main" id="{C6D6B127-6856-6E9A-F55A-58FE9C16BE67}"/>
                </a:ext>
              </a:extLst>
            </p:cNvPr>
            <p:cNvSpPr/>
            <p:nvPr/>
          </p:nvSpPr>
          <p:spPr>
            <a:xfrm>
              <a:off x="9665547" y="2659650"/>
              <a:ext cx="6692052" cy="1354666"/>
            </a:xfrm>
            <a:custGeom>
              <a:avLst/>
              <a:gdLst>
                <a:gd name="connsiteX0" fmla="*/ 0 w 6692053"/>
                <a:gd name="connsiteY0" fmla="*/ 225823 h 1354666"/>
                <a:gd name="connsiteX1" fmla="*/ 225823 w 6692053"/>
                <a:gd name="connsiteY1" fmla="*/ 0 h 1354666"/>
                <a:gd name="connsiteX2" fmla="*/ 6466230 w 6692053"/>
                <a:gd name="connsiteY2" fmla="*/ 0 h 1354666"/>
                <a:gd name="connsiteX3" fmla="*/ 6692053 w 6692053"/>
                <a:gd name="connsiteY3" fmla="*/ 225823 h 1354666"/>
                <a:gd name="connsiteX4" fmla="*/ 6692053 w 6692053"/>
                <a:gd name="connsiteY4" fmla="*/ 1128843 h 1354666"/>
                <a:gd name="connsiteX5" fmla="*/ 6466230 w 6692053"/>
                <a:gd name="connsiteY5" fmla="*/ 1354666 h 1354666"/>
                <a:gd name="connsiteX6" fmla="*/ 225823 w 6692053"/>
                <a:gd name="connsiteY6" fmla="*/ 1354666 h 1354666"/>
                <a:gd name="connsiteX7" fmla="*/ 0 w 6692053"/>
                <a:gd name="connsiteY7" fmla="*/ 1128843 h 1354666"/>
                <a:gd name="connsiteX8" fmla="*/ 0 w 6692053"/>
                <a:gd name="connsiteY8" fmla="*/ 225823 h 135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692053" h="1354666">
                  <a:moveTo>
                    <a:pt x="0" y="225823"/>
                  </a:moveTo>
                  <a:cubicBezTo>
                    <a:pt x="0" y="101104"/>
                    <a:pt x="101104" y="0"/>
                    <a:pt x="225823" y="0"/>
                  </a:cubicBezTo>
                  <a:lnTo>
                    <a:pt x="6466230" y="0"/>
                  </a:lnTo>
                  <a:cubicBezTo>
                    <a:pt x="6590949" y="0"/>
                    <a:pt x="6692053" y="101104"/>
                    <a:pt x="6692053" y="225823"/>
                  </a:cubicBezTo>
                  <a:lnTo>
                    <a:pt x="6692053" y="1128843"/>
                  </a:lnTo>
                  <a:cubicBezTo>
                    <a:pt x="6692053" y="1253562"/>
                    <a:pt x="6590949" y="1354666"/>
                    <a:pt x="6466230" y="1354666"/>
                  </a:cubicBezTo>
                  <a:lnTo>
                    <a:pt x="225823" y="1354666"/>
                  </a:lnTo>
                  <a:cubicBezTo>
                    <a:pt x="101104" y="1354666"/>
                    <a:pt x="0" y="1253562"/>
                    <a:pt x="0" y="1128843"/>
                  </a:cubicBezTo>
                  <a:lnTo>
                    <a:pt x="0" y="225823"/>
                  </a:lnTo>
                  <a:close/>
                </a:path>
              </a:pathLst>
            </a:custGeom>
            <a:solidFill>
              <a:schemeClr val="bg2">
                <a:lumMod val="50000"/>
              </a:schemeClr>
            </a:solidFill>
            <a:ln>
              <a:noFill/>
            </a:ln>
            <a:effectLst>
              <a:softEdge rad="12700"/>
            </a:effectLst>
          </p:spPr>
          <p:style>
            <a:lnRef idx="2">
              <a:schemeClr val="dk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08381" tIns="208381" rIns="208381" bIns="208381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ru-RU" sz="2000" kern="1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Поэтапный сбор проекта, от простого к сложному</a:t>
              </a:r>
            </a:p>
          </p:txBody>
        </p:sp>
        <p:sp>
          <p:nvSpPr>
            <p:cNvPr id="14" name="Прямоугольник: скругленные углы 13">
              <a:extLst>
                <a:ext uri="{FF2B5EF4-FFF2-40B4-BE49-F238E27FC236}">
                  <a16:creationId xmlns:a16="http://schemas.microsoft.com/office/drawing/2014/main" id="{3B563D25-AADC-CB54-BE9B-AC017203C6B0}"/>
                </a:ext>
              </a:extLst>
            </p:cNvPr>
            <p:cNvSpPr/>
            <p:nvPr/>
          </p:nvSpPr>
          <p:spPr>
            <a:xfrm>
              <a:off x="8581666" y="3037162"/>
              <a:ext cx="809505" cy="458578"/>
            </a:xfrm>
            <a:prstGeom prst="roundRect">
              <a:avLst>
                <a:gd name="adj" fmla="val 16670"/>
              </a:avLst>
            </a:prstGeom>
            <a:blipFill rotWithShape="1">
              <a:blip r:embed="rId2"/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dk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7" name="Полилиния: фигура 16">
              <a:extLst>
                <a:ext uri="{FF2B5EF4-FFF2-40B4-BE49-F238E27FC236}">
                  <a16:creationId xmlns:a16="http://schemas.microsoft.com/office/drawing/2014/main" id="{6D5466F1-BEB9-1EFB-1A4B-4727C20925C6}"/>
                </a:ext>
              </a:extLst>
            </p:cNvPr>
            <p:cNvSpPr/>
            <p:nvPr/>
          </p:nvSpPr>
          <p:spPr>
            <a:xfrm>
              <a:off x="9665546" y="4176877"/>
              <a:ext cx="6692053" cy="1354666"/>
            </a:xfrm>
            <a:custGeom>
              <a:avLst/>
              <a:gdLst>
                <a:gd name="connsiteX0" fmla="*/ 0 w 6692053"/>
                <a:gd name="connsiteY0" fmla="*/ 225823 h 1354666"/>
                <a:gd name="connsiteX1" fmla="*/ 225823 w 6692053"/>
                <a:gd name="connsiteY1" fmla="*/ 0 h 1354666"/>
                <a:gd name="connsiteX2" fmla="*/ 6466230 w 6692053"/>
                <a:gd name="connsiteY2" fmla="*/ 0 h 1354666"/>
                <a:gd name="connsiteX3" fmla="*/ 6692053 w 6692053"/>
                <a:gd name="connsiteY3" fmla="*/ 225823 h 1354666"/>
                <a:gd name="connsiteX4" fmla="*/ 6692053 w 6692053"/>
                <a:gd name="connsiteY4" fmla="*/ 1128843 h 1354666"/>
                <a:gd name="connsiteX5" fmla="*/ 6466230 w 6692053"/>
                <a:gd name="connsiteY5" fmla="*/ 1354666 h 1354666"/>
                <a:gd name="connsiteX6" fmla="*/ 225823 w 6692053"/>
                <a:gd name="connsiteY6" fmla="*/ 1354666 h 1354666"/>
                <a:gd name="connsiteX7" fmla="*/ 0 w 6692053"/>
                <a:gd name="connsiteY7" fmla="*/ 1128843 h 1354666"/>
                <a:gd name="connsiteX8" fmla="*/ 0 w 6692053"/>
                <a:gd name="connsiteY8" fmla="*/ 225823 h 135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692053" h="1354666">
                  <a:moveTo>
                    <a:pt x="0" y="225823"/>
                  </a:moveTo>
                  <a:cubicBezTo>
                    <a:pt x="0" y="101104"/>
                    <a:pt x="101104" y="0"/>
                    <a:pt x="225823" y="0"/>
                  </a:cubicBezTo>
                  <a:lnTo>
                    <a:pt x="6466230" y="0"/>
                  </a:lnTo>
                  <a:cubicBezTo>
                    <a:pt x="6590949" y="0"/>
                    <a:pt x="6692053" y="101104"/>
                    <a:pt x="6692053" y="225823"/>
                  </a:cubicBezTo>
                  <a:lnTo>
                    <a:pt x="6692053" y="1128843"/>
                  </a:lnTo>
                  <a:cubicBezTo>
                    <a:pt x="6692053" y="1253562"/>
                    <a:pt x="6590949" y="1354666"/>
                    <a:pt x="6466230" y="1354666"/>
                  </a:cubicBezTo>
                  <a:lnTo>
                    <a:pt x="225823" y="1354666"/>
                  </a:lnTo>
                  <a:cubicBezTo>
                    <a:pt x="101104" y="1354666"/>
                    <a:pt x="0" y="1253562"/>
                    <a:pt x="0" y="1128843"/>
                  </a:cubicBezTo>
                  <a:lnTo>
                    <a:pt x="0" y="225823"/>
                  </a:lnTo>
                  <a:close/>
                </a:path>
              </a:pathLst>
            </a:custGeom>
            <a:solidFill>
              <a:schemeClr val="bg2">
                <a:lumMod val="50000"/>
              </a:schemeClr>
            </a:solidFill>
            <a:ln>
              <a:noFill/>
            </a:ln>
            <a:effectLst>
              <a:softEdge rad="12700"/>
            </a:effectLst>
          </p:spPr>
          <p:style>
            <a:lnRef idx="2">
              <a:schemeClr val="dk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08381" tIns="208381" rIns="208381" bIns="208381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Font typeface="Arial" panose="020B0604020202020204" pitchFamily="34" charset="0"/>
                <a:buNone/>
              </a:pPr>
              <a:r>
                <a:rPr lang="ru-RU" altLang="ru-RU" sz="2000" kern="1200" dirty="0">
                  <a:solidFill>
                    <a:schemeClr val="bg1"/>
                  </a:solidFill>
                  <a:latin typeface="Arial" panose="020B0604020202020204" pitchFamily="34" charset="0"/>
                </a:rPr>
                <a:t>И</a:t>
              </a:r>
              <a:r>
                <a:rPr kumimoji="0" lang="ru-RU" altLang="ru-RU" sz="2000" i="0" u="none" strike="noStrike" kern="1200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" panose="020B0604020202020204" pitchFamily="34" charset="0"/>
                </a:rPr>
                <a:t>деально продуманная архитектура базы данных </a:t>
              </a:r>
              <a:endParaRPr kumimoji="0" lang="en-US" altLang="ru-RU" sz="2000" i="0" u="none" strike="noStrike" kern="1200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endParaRPr>
            </a:p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Font typeface="Arial" panose="020B0604020202020204" pitchFamily="34" charset="0"/>
                <a:buNone/>
              </a:pPr>
              <a:r>
                <a:rPr lang="ru-RU" altLang="ru-RU" sz="2000" kern="1200" dirty="0">
                  <a:solidFill>
                    <a:schemeClr val="bg1"/>
                  </a:solidFill>
                  <a:latin typeface="Arial" panose="020B0604020202020204" pitchFamily="34" charset="0"/>
                </a:rPr>
                <a:t>Перепроверки</a:t>
              </a:r>
              <a:r>
                <a:rPr kumimoji="0" lang="ru-RU" altLang="ru-RU" sz="2000" i="0" u="none" strike="noStrike" kern="1200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" panose="020B0604020202020204" pitchFamily="34" charset="0"/>
                </a:rPr>
                <a:t> всего сайта при выпуске каждого нового элемента.</a:t>
              </a:r>
              <a:endParaRPr lang="ru-RU" sz="2000" kern="1200" dirty="0">
                <a:solidFill>
                  <a:schemeClr val="bg1"/>
                </a:solidFill>
              </a:endParaRPr>
            </a:p>
          </p:txBody>
        </p:sp>
        <p:sp>
          <p:nvSpPr>
            <p:cNvPr id="16" name="Прямоугольник: скругленные углы 15">
              <a:extLst>
                <a:ext uri="{FF2B5EF4-FFF2-40B4-BE49-F238E27FC236}">
                  <a16:creationId xmlns:a16="http://schemas.microsoft.com/office/drawing/2014/main" id="{42C70CBC-30AF-39C6-0355-A2D657DC50FC}"/>
                </a:ext>
              </a:extLst>
            </p:cNvPr>
            <p:cNvSpPr/>
            <p:nvPr/>
          </p:nvSpPr>
          <p:spPr>
            <a:xfrm>
              <a:off x="8581666" y="4493955"/>
              <a:ext cx="809505" cy="509530"/>
            </a:xfrm>
            <a:prstGeom prst="roundRect">
              <a:avLst>
                <a:gd name="adj" fmla="val 16670"/>
              </a:avLst>
            </a:prstGeom>
            <a:blipFill>
              <a:blip r:embed="rId3"/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dk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</p:grpSp>
    </p:spTree>
    <p:extLst>
      <p:ext uri="{BB962C8B-B14F-4D97-AF65-F5344CB8AC3E}">
        <p14:creationId xmlns:p14="http://schemas.microsoft.com/office/powerpoint/2010/main" val="2360345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13733B-7F36-DFD9-F078-3B03DA8A2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ru-RU" dirty="0"/>
              <a:t>Графический пользовательский интерфейс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6BA9004-E986-6A15-7291-A17E68C1B8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7429" y="2953657"/>
            <a:ext cx="4259943" cy="3197497"/>
          </a:xfrm>
        </p:spPr>
        <p:txBody>
          <a:bodyPr/>
          <a:lstStyle/>
          <a:p>
            <a:pPr marL="0" indent="0" algn="ctr">
              <a:buNone/>
            </a:pPr>
            <a:r>
              <a:rPr lang="ru-RU" sz="2800" b="1" dirty="0"/>
              <a:t>Используемые принципы удобного </a:t>
            </a:r>
            <a:r>
              <a:rPr lang="en-US" sz="2800" b="1" dirty="0"/>
              <a:t>GUI </a:t>
            </a:r>
            <a:endParaRPr lang="ru-RU" sz="2800" b="1" dirty="0"/>
          </a:p>
          <a:p>
            <a:pPr marL="0" indent="0">
              <a:buNone/>
            </a:pPr>
            <a:endParaRPr lang="ru-RU" dirty="0"/>
          </a:p>
        </p:txBody>
      </p:sp>
      <p:graphicFrame>
        <p:nvGraphicFramePr>
          <p:cNvPr id="4" name="Схема 3">
            <a:extLst>
              <a:ext uri="{FF2B5EF4-FFF2-40B4-BE49-F238E27FC236}">
                <a16:creationId xmlns:a16="http://schemas.microsoft.com/office/drawing/2014/main" id="{D1F04B7E-BD9B-C3E2-6D1B-B7571526BD0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86304414"/>
              </p:ext>
            </p:extLst>
          </p:nvPr>
        </p:nvGraphicFramePr>
        <p:xfrm>
          <a:off x="4194629" y="1465943"/>
          <a:ext cx="7997371" cy="44401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33319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B34B4C-E108-7774-7C1E-CAD15232D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759790" y="-79435"/>
            <a:ext cx="10058400" cy="1371600"/>
          </a:xfrm>
        </p:spPr>
        <p:txBody>
          <a:bodyPr/>
          <a:lstStyle/>
          <a:p>
            <a:pPr algn="ctr"/>
            <a:r>
              <a:rPr lang="ru-RU" dirty="0"/>
              <a:t>Структура сайта</a:t>
            </a:r>
          </a:p>
        </p:txBody>
      </p:sp>
      <p:graphicFrame>
        <p:nvGraphicFramePr>
          <p:cNvPr id="5" name="Объект 4">
            <a:extLst>
              <a:ext uri="{FF2B5EF4-FFF2-40B4-BE49-F238E27FC236}">
                <a16:creationId xmlns:a16="http://schemas.microsoft.com/office/drawing/2014/main" id="{90E79B52-F5A1-F25E-4717-6C9AFC30221C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251887315"/>
              </p:ext>
            </p:extLst>
          </p:nvPr>
        </p:nvGraphicFramePr>
        <p:xfrm>
          <a:off x="1066800" y="2103438"/>
          <a:ext cx="4754563" cy="37480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Объект 5">
            <a:extLst>
              <a:ext uri="{FF2B5EF4-FFF2-40B4-BE49-F238E27FC236}">
                <a16:creationId xmlns:a16="http://schemas.microsoft.com/office/drawing/2014/main" id="{B00AE7B9-EB0B-9239-82B3-1309928A5F4C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140380352"/>
              </p:ext>
            </p:extLst>
          </p:nvPr>
        </p:nvGraphicFramePr>
        <p:xfrm>
          <a:off x="-1371599" y="1084546"/>
          <a:ext cx="8309428" cy="53380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1013B12-8DCC-6998-8B7D-AE6E20A83FB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81063" y="544457"/>
            <a:ext cx="3898994" cy="525417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477E4F0-7ED6-46FB-CCE4-16C2C27DEBE6}"/>
              </a:ext>
            </a:extLst>
          </p:cNvPr>
          <p:cNvSpPr txBox="1"/>
          <p:nvPr/>
        </p:nvSpPr>
        <p:spPr>
          <a:xfrm>
            <a:off x="7641331" y="5913433"/>
            <a:ext cx="31317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Форма регистрации</a:t>
            </a:r>
          </a:p>
        </p:txBody>
      </p:sp>
    </p:spTree>
    <p:extLst>
      <p:ext uri="{BB962C8B-B14F-4D97-AF65-F5344CB8AC3E}">
        <p14:creationId xmlns:p14="http://schemas.microsoft.com/office/powerpoint/2010/main" val="38170418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81997E-413B-7020-27EC-8A3852915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2022"/>
            <a:ext cx="10058400" cy="1371600"/>
          </a:xfrm>
        </p:spPr>
        <p:txBody>
          <a:bodyPr/>
          <a:lstStyle/>
          <a:p>
            <a:pPr algn="ctr"/>
            <a:r>
              <a:rPr lang="ru-RU" dirty="0"/>
              <a:t>Уровни доступа</a:t>
            </a:r>
          </a:p>
        </p:txBody>
      </p:sp>
      <p:graphicFrame>
        <p:nvGraphicFramePr>
          <p:cNvPr id="7" name="Схема 6">
            <a:extLst>
              <a:ext uri="{FF2B5EF4-FFF2-40B4-BE49-F238E27FC236}">
                <a16:creationId xmlns:a16="http://schemas.microsoft.com/office/drawing/2014/main" id="{70D8004C-A796-8485-FA2A-6E9C95E9739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7308998"/>
              </p:ext>
            </p:extLst>
          </p:nvPr>
        </p:nvGraphicFramePr>
        <p:xfrm>
          <a:off x="2387600" y="1150593"/>
          <a:ext cx="7416800" cy="50309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612197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3A0CC8-3239-BB1F-D986-ACFE9ED34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351047"/>
            <a:ext cx="10058400" cy="1371600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/>
              <a:t>Функционал и ошибки программы по руководству оператора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0BAE01CC-6DA5-E071-9590-48884A82A466}"/>
              </a:ext>
            </a:extLst>
          </p:cNvPr>
          <p:cNvSpPr/>
          <p:nvPr/>
        </p:nvSpPr>
        <p:spPr>
          <a:xfrm>
            <a:off x="616857" y="2085654"/>
            <a:ext cx="4700019" cy="4232953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effectLst>
            <a:softEdge rad="635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6595F85B-6E7D-68C3-51FB-994ACC8901BD}"/>
              </a:ext>
            </a:extLst>
          </p:cNvPr>
          <p:cNvSpPr/>
          <p:nvPr/>
        </p:nvSpPr>
        <p:spPr>
          <a:xfrm>
            <a:off x="6409770" y="2085654"/>
            <a:ext cx="4700019" cy="4232953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effectLst>
            <a:softEdge rad="635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961552-F129-BC16-89AA-77F22927F6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6857" y="2206560"/>
            <a:ext cx="4754880" cy="374904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2400" b="1" dirty="0"/>
              <a:t>Функционал</a:t>
            </a:r>
            <a:r>
              <a:rPr lang="ru-RU" sz="2000" b="1" dirty="0"/>
              <a:t>:</a:t>
            </a:r>
          </a:p>
          <a:p>
            <a:r>
              <a:rPr lang="ru-RU" sz="2400" b="1" dirty="0"/>
              <a:t>Авторизация в системе - </a:t>
            </a:r>
            <a:r>
              <a:rPr lang="ru-RU" sz="2400" dirty="0"/>
              <a:t>Получение доступа к своим рабочим документам и функциям.</a:t>
            </a:r>
            <a:endParaRPr lang="ru-RU" sz="2400" b="1" dirty="0"/>
          </a:p>
          <a:p>
            <a:r>
              <a:rPr lang="ru-RU" sz="2400" b="1" dirty="0"/>
              <a:t>Выход из системы </a:t>
            </a:r>
            <a:r>
              <a:rPr lang="ru-RU" sz="2400" dirty="0"/>
              <a:t>– Защита данных от чужих глаз после окончания работы</a:t>
            </a:r>
          </a:p>
          <a:p>
            <a:pPr algn="ctr"/>
            <a:endParaRPr lang="ru-RU" sz="2000" b="1" dirty="0"/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A6F745A-CB3B-9B99-0078-5357DA61DA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29977" y="2206560"/>
            <a:ext cx="4754880" cy="374904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ru-RU" sz="2400" b="1" dirty="0"/>
          </a:p>
          <a:p>
            <a:pPr marL="0" indent="0" algn="ctr">
              <a:buNone/>
            </a:pPr>
            <a:r>
              <a:rPr lang="ru-RU" sz="2400" b="1" dirty="0"/>
              <a:t>Ошибки: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2400" dirty="0"/>
              <a:t>Проблемы с интернетом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2400" dirty="0"/>
              <a:t>Смена статуса пользователя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42ED3B1F-A329-FEC8-BBD2-F38B33DC05B4}"/>
              </a:ext>
            </a:extLst>
          </p:cNvPr>
          <p:cNvSpPr/>
          <p:nvPr/>
        </p:nvSpPr>
        <p:spPr>
          <a:xfrm>
            <a:off x="5662024" y="2206560"/>
            <a:ext cx="308225" cy="4112047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27874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A5DEBD-C0F4-9D33-2D1D-E775F8D89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6971" y="303487"/>
            <a:ext cx="10058400" cy="1371600"/>
          </a:xfrm>
        </p:spPr>
        <p:txBody>
          <a:bodyPr/>
          <a:lstStyle/>
          <a:p>
            <a:pPr algn="ctr"/>
            <a:r>
              <a:rPr lang="ru-RU" dirty="0"/>
              <a:t>Использованные госты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5521BD-143F-1F96-FBD2-A34A58EFA516}"/>
              </a:ext>
            </a:extLst>
          </p:cNvPr>
          <p:cNvSpPr txBox="1"/>
          <p:nvPr/>
        </p:nvSpPr>
        <p:spPr>
          <a:xfrm>
            <a:off x="1146628" y="1774709"/>
            <a:ext cx="10261600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>
                <a:hlinkClick r:id="rId2" action="ppaction://hlinksldjump"/>
              </a:rPr>
              <a:t>ГОСТ 19.104-78</a:t>
            </a:r>
            <a:r>
              <a:rPr lang="ru-RU" sz="4000" dirty="0"/>
              <a:t> - Титульный лист</a:t>
            </a:r>
          </a:p>
          <a:p>
            <a:r>
              <a:rPr lang="ru-RU" sz="4000" dirty="0">
                <a:hlinkClick r:id="rId2" action="ppaction://hlinksldjump"/>
              </a:rPr>
              <a:t>ГОСТ 19.106-78</a:t>
            </a:r>
            <a:r>
              <a:rPr lang="ru-RU" sz="4000" dirty="0"/>
              <a:t> - Оформление текста</a:t>
            </a:r>
          </a:p>
          <a:p>
            <a:r>
              <a:rPr lang="ru-RU" sz="4000" dirty="0">
                <a:hlinkClick r:id="rId2" action="ppaction://hlinksldjump"/>
              </a:rPr>
              <a:t>ГОСТ 19.505-79</a:t>
            </a:r>
            <a:r>
              <a:rPr lang="ru-RU" sz="4000" dirty="0"/>
              <a:t> - Руководство оператора</a:t>
            </a:r>
          </a:p>
          <a:p>
            <a:endParaRPr lang="ru-RU" sz="4000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898819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CFA256-1A77-F57C-6E64-A559A4501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4972" y="0"/>
            <a:ext cx="10058400" cy="1371600"/>
          </a:xfrm>
        </p:spPr>
        <p:txBody>
          <a:bodyPr/>
          <a:lstStyle/>
          <a:p>
            <a:r>
              <a:rPr lang="ru-RU" dirty="0"/>
              <a:t>Оценочные элементы</a:t>
            </a:r>
          </a:p>
        </p:txBody>
      </p:sp>
      <p:sp>
        <p:nvSpPr>
          <p:cNvPr id="3" name="Стрелка: шеврон 2">
            <a:extLst>
              <a:ext uri="{FF2B5EF4-FFF2-40B4-BE49-F238E27FC236}">
                <a16:creationId xmlns:a16="http://schemas.microsoft.com/office/drawing/2014/main" id="{196D8844-7DE7-F5CA-657E-734909A79C41}"/>
              </a:ext>
            </a:extLst>
          </p:cNvPr>
          <p:cNvSpPr/>
          <p:nvPr/>
        </p:nvSpPr>
        <p:spPr>
          <a:xfrm>
            <a:off x="341089" y="1280549"/>
            <a:ext cx="4093028" cy="1716651"/>
          </a:xfrm>
          <a:prstGeom prst="chevron">
            <a:avLst/>
          </a:prstGeom>
          <a:solidFill>
            <a:schemeClr val="bg2">
              <a:lumMod val="5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139700" prst="cross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b="1" dirty="0">
                <a:latin typeface="Arial" panose="020B0604020202020204" pitchFamily="34" charset="0"/>
                <a:cs typeface="Arial" panose="020B0604020202020204" pitchFamily="34" charset="0"/>
              </a:rPr>
              <a:t>Надежность </a:t>
            </a:r>
          </a:p>
        </p:txBody>
      </p:sp>
      <p:sp>
        <p:nvSpPr>
          <p:cNvPr id="4" name="Стрелка: шеврон 3">
            <a:extLst>
              <a:ext uri="{FF2B5EF4-FFF2-40B4-BE49-F238E27FC236}">
                <a16:creationId xmlns:a16="http://schemas.microsoft.com/office/drawing/2014/main" id="{C591138F-F34F-446D-738E-4B2BE9A5E0AD}"/>
              </a:ext>
            </a:extLst>
          </p:cNvPr>
          <p:cNvSpPr/>
          <p:nvPr/>
        </p:nvSpPr>
        <p:spPr>
          <a:xfrm>
            <a:off x="3860800" y="1307589"/>
            <a:ext cx="4753427" cy="1644080"/>
          </a:xfrm>
          <a:prstGeom prst="chevron">
            <a:avLst/>
          </a:prstGeom>
          <a:solidFill>
            <a:schemeClr val="bg2">
              <a:lumMod val="5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139700" prst="cross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b="1" dirty="0">
                <a:latin typeface="Arial" panose="020B0604020202020204" pitchFamily="34" charset="0"/>
                <a:cs typeface="Arial" panose="020B0604020202020204" pitchFamily="34" charset="0"/>
              </a:rPr>
              <a:t>Удобство использования </a:t>
            </a:r>
          </a:p>
        </p:txBody>
      </p:sp>
      <p:sp>
        <p:nvSpPr>
          <p:cNvPr id="5" name="Стрелка: шеврон 4">
            <a:extLst>
              <a:ext uri="{FF2B5EF4-FFF2-40B4-BE49-F238E27FC236}">
                <a16:creationId xmlns:a16="http://schemas.microsoft.com/office/drawing/2014/main" id="{45D455C0-FD3C-8F26-BB19-7A8945906078}"/>
              </a:ext>
            </a:extLst>
          </p:cNvPr>
          <p:cNvSpPr/>
          <p:nvPr/>
        </p:nvSpPr>
        <p:spPr>
          <a:xfrm>
            <a:off x="7997372" y="1271303"/>
            <a:ext cx="3947885" cy="1716651"/>
          </a:xfrm>
          <a:prstGeom prst="chevron">
            <a:avLst/>
          </a:prstGeom>
          <a:solidFill>
            <a:schemeClr val="bg2">
              <a:lumMod val="5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139700" prst="cross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b="1" dirty="0">
                <a:latin typeface="Arial" panose="020B0604020202020204" pitchFamily="34" charset="0"/>
                <a:cs typeface="Arial" panose="020B0604020202020204" pitchFamily="34" charset="0"/>
              </a:rPr>
              <a:t>Производительность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BC56BDBD-1F95-FE88-01CC-158DFD97F8A2}"/>
              </a:ext>
            </a:extLst>
          </p:cNvPr>
          <p:cNvSpPr/>
          <p:nvPr/>
        </p:nvSpPr>
        <p:spPr>
          <a:xfrm>
            <a:off x="1277257" y="3860800"/>
            <a:ext cx="9514114" cy="2554514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114300" prst="hardEdg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Способность к восстановлению:</a:t>
            </a:r>
          </a:p>
          <a:p>
            <a:pPr algn="ctr"/>
            <a:r>
              <a:rPr lang="ru-RU" sz="3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после перезапуска сервера ПО - не более 30 минут</a:t>
            </a:r>
          </a:p>
          <a:p>
            <a:pPr algn="ctr"/>
            <a:endParaRPr lang="ru-RU" sz="3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BE5AA37F-3323-BFA0-D59C-0B90A605C148}"/>
              </a:ext>
            </a:extLst>
          </p:cNvPr>
          <p:cNvSpPr/>
          <p:nvPr/>
        </p:nvSpPr>
        <p:spPr>
          <a:xfrm>
            <a:off x="1277257" y="3860800"/>
            <a:ext cx="9514114" cy="2554514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114300" prst="hardEdg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Привлекательность</a:t>
            </a:r>
          </a:p>
          <a:p>
            <a:pPr algn="ctr"/>
            <a:r>
              <a:rPr lang="ru-RU" sz="3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единый стиль для всего сайта</a:t>
            </a:r>
          </a:p>
          <a:p>
            <a:pPr algn="ctr"/>
            <a:endParaRPr lang="ru-RU" sz="3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267B5B1D-ABD1-E4CD-7113-923AFB440CB0}"/>
              </a:ext>
            </a:extLst>
          </p:cNvPr>
          <p:cNvSpPr/>
          <p:nvPr/>
        </p:nvSpPr>
        <p:spPr>
          <a:xfrm>
            <a:off x="1277257" y="3860799"/>
            <a:ext cx="9514114" cy="2554514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114300" prst="hardEdg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Временная эффективность:</a:t>
            </a:r>
          </a:p>
          <a:p>
            <a:pPr algn="ctr"/>
            <a:r>
              <a:rPr lang="ru-RU" sz="3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Время отклика, время задержки и объём оперативной памяти</a:t>
            </a:r>
          </a:p>
          <a:p>
            <a:pPr algn="ctr"/>
            <a:endParaRPr lang="ru-RU" sz="3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835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8" grpId="0" animBg="1"/>
      <p:bldP spid="8" grpId="1" animBg="1"/>
      <p:bldP spid="9" grpId="0" animBg="1"/>
      <p:bldP spid="9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3923BD-799B-E58E-CEA1-2D475B130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0"/>
            <a:ext cx="10058400" cy="1371600"/>
          </a:xfrm>
        </p:spPr>
        <p:txBody>
          <a:bodyPr/>
          <a:lstStyle/>
          <a:p>
            <a:pPr algn="ctr"/>
            <a:r>
              <a:rPr lang="ru-RU" dirty="0"/>
              <a:t>Техники тест дизайна</a:t>
            </a: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DAC33561-CC98-F5C0-C446-C0C01792C33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65464841"/>
              </p:ext>
            </p:extLst>
          </p:nvPr>
        </p:nvGraphicFramePr>
        <p:xfrm>
          <a:off x="0" y="1045029"/>
          <a:ext cx="12482286" cy="5537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4FBBA334-2622-DF27-63FE-B2FBAFBF8313}"/>
              </a:ext>
            </a:extLst>
          </p:cNvPr>
          <p:cNvSpPr/>
          <p:nvPr/>
        </p:nvSpPr>
        <p:spPr>
          <a:xfrm>
            <a:off x="315684" y="1527628"/>
            <a:ext cx="3664858" cy="4898572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76200"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 w="114300" prst="hardEdg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chemeClr val="tx1"/>
                </a:solidFill>
              </a:rPr>
              <a:t>Эквивалентное разделения</a:t>
            </a:r>
          </a:p>
          <a:p>
            <a:pPr algn="ctr"/>
            <a:r>
              <a:rPr lang="ru-RU" sz="3200" dirty="0"/>
              <a:t>1</a:t>
            </a:r>
            <a:r>
              <a:rPr lang="en-US" sz="3200" dirty="0"/>
              <a:t>[</a:t>
            </a:r>
            <a:r>
              <a:rPr lang="ru-RU" sz="3200" dirty="0"/>
              <a:t>23</a:t>
            </a:r>
            <a:r>
              <a:rPr lang="ru-RU" sz="3600" b="1" dirty="0"/>
              <a:t>5</a:t>
            </a:r>
            <a:r>
              <a:rPr lang="ru-RU" sz="3200" dirty="0"/>
              <a:t>67</a:t>
            </a:r>
            <a:r>
              <a:rPr lang="en-US" sz="3200" dirty="0"/>
              <a:t>]</a:t>
            </a:r>
            <a:r>
              <a:rPr lang="ru-RU" sz="3200" dirty="0"/>
              <a:t>89</a:t>
            </a:r>
            <a:r>
              <a:rPr lang="ru-RU" sz="3600" b="1" dirty="0"/>
              <a:t>10</a:t>
            </a:r>
            <a:endParaRPr lang="ru-RU" sz="3600" dirty="0"/>
          </a:p>
          <a:p>
            <a:pPr algn="ctr"/>
            <a:endParaRPr lang="ru-RU" sz="2400" b="1" dirty="0">
              <a:solidFill>
                <a:schemeClr val="tx1"/>
              </a:solidFill>
            </a:endParaRPr>
          </a:p>
          <a:p>
            <a:pPr algn="ctr"/>
            <a:endParaRPr lang="ru-RU" sz="2400" b="1" dirty="0">
              <a:solidFill>
                <a:schemeClr val="tx1"/>
              </a:solidFill>
            </a:endParaRP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FB9EFDE1-88C3-AD4F-2A85-18D8E854FCA2}"/>
              </a:ext>
            </a:extLst>
          </p:cNvPr>
          <p:cNvSpPr/>
          <p:nvPr/>
        </p:nvSpPr>
        <p:spPr>
          <a:xfrm>
            <a:off x="8298544" y="1455056"/>
            <a:ext cx="3664858" cy="4898572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76200"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 w="114300" prst="hardEdg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chemeClr val="tx1"/>
                </a:solidFill>
              </a:rPr>
              <a:t>Предугадывание ошибки</a:t>
            </a:r>
          </a:p>
          <a:p>
            <a:pPr algn="ctr"/>
            <a:r>
              <a:rPr lang="ru-RU" sz="1800" b="0" i="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«</a:t>
            </a:r>
            <a:r>
              <a:rPr lang="ru-RU" sz="2400" b="0" i="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Что, если я не введу код?»</a:t>
            </a:r>
            <a:endParaRPr lang="ru-RU" sz="2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790D29D8-95DC-C81F-9655-76310EB580E9}"/>
              </a:ext>
            </a:extLst>
          </p:cNvPr>
          <p:cNvSpPr/>
          <p:nvPr/>
        </p:nvSpPr>
        <p:spPr>
          <a:xfrm>
            <a:off x="4361542" y="1527628"/>
            <a:ext cx="3664858" cy="4898572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76200"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 w="114300" prst="hardEdg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chemeClr val="tx1"/>
                </a:solidFill>
              </a:rPr>
              <a:t>Анализ граничных значений</a:t>
            </a:r>
          </a:p>
          <a:p>
            <a:pPr algn="ctr"/>
            <a:r>
              <a:rPr lang="ru-RU" sz="3200" b="1" dirty="0"/>
              <a:t>1</a:t>
            </a:r>
            <a:r>
              <a:rPr lang="en-US" sz="3200" dirty="0"/>
              <a:t>[</a:t>
            </a:r>
            <a:r>
              <a:rPr lang="ru-RU" sz="3600" b="1" dirty="0"/>
              <a:t>2</a:t>
            </a:r>
            <a:r>
              <a:rPr lang="ru-RU" sz="3200" dirty="0"/>
              <a:t>345678</a:t>
            </a:r>
            <a:r>
              <a:rPr lang="ru-RU" sz="3200" b="1" dirty="0"/>
              <a:t>9</a:t>
            </a:r>
            <a:r>
              <a:rPr lang="en-US" sz="3200" dirty="0"/>
              <a:t>]</a:t>
            </a:r>
            <a:r>
              <a:rPr lang="ru-RU" sz="3600" b="1" dirty="0"/>
              <a:t>10</a:t>
            </a:r>
            <a:endParaRPr lang="ru-RU" sz="3600" dirty="0"/>
          </a:p>
          <a:p>
            <a:pPr algn="ctr"/>
            <a:endParaRPr lang="ru-RU" sz="2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49384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386F14-0110-94CA-0C7B-72EF7B16F0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8401" y="327864"/>
            <a:ext cx="7482114" cy="1371600"/>
          </a:xfrm>
        </p:spPr>
        <p:txBody>
          <a:bodyPr>
            <a:noAutofit/>
          </a:bodyPr>
          <a:lstStyle/>
          <a:p>
            <a:pPr algn="r"/>
            <a:r>
              <a:rPr lang="ru-RU" sz="2800" dirty="0"/>
              <a:t>Применение техники предугадывания ошибки</a:t>
            </a:r>
            <a:br>
              <a:rPr lang="ru-RU" sz="2800" dirty="0"/>
            </a:br>
            <a:endParaRPr lang="ru-RU" sz="28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BB9D93B-6516-EDB3-3ABF-1370B2AB10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017" y="112486"/>
            <a:ext cx="3743908" cy="6516914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B323DCF-F508-67D2-6402-8A15E3E82E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369" y="977656"/>
            <a:ext cx="6562320" cy="2841928"/>
          </a:xfrm>
          <a:prstGeom prst="rect">
            <a:avLst/>
          </a:prstGeom>
        </p:spPr>
      </p:pic>
      <p:sp>
        <p:nvSpPr>
          <p:cNvPr id="5" name="Стрелка: вверх 4">
            <a:extLst>
              <a:ext uri="{FF2B5EF4-FFF2-40B4-BE49-F238E27FC236}">
                <a16:creationId xmlns:a16="http://schemas.microsoft.com/office/drawing/2014/main" id="{F86C45E5-76F2-CC68-49D6-09B7784DB49A}"/>
              </a:ext>
            </a:extLst>
          </p:cNvPr>
          <p:cNvSpPr/>
          <p:nvPr/>
        </p:nvSpPr>
        <p:spPr>
          <a:xfrm rot="3671745">
            <a:off x="2351314" y="3062514"/>
            <a:ext cx="537029" cy="653143"/>
          </a:xfrm>
          <a:prstGeom prst="upArrow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BC75D76-2B59-F8E0-9F41-410A8796C2C7}"/>
              </a:ext>
            </a:extLst>
          </p:cNvPr>
          <p:cNvSpPr txBox="1"/>
          <p:nvPr/>
        </p:nvSpPr>
        <p:spPr>
          <a:xfrm>
            <a:off x="4531367" y="3917285"/>
            <a:ext cx="637216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/>
              <a:t>Если не ввести в поле «телефон» ничего и нажать кнопку «зарегистрироваться» выйдет ошибка</a:t>
            </a:r>
          </a:p>
        </p:txBody>
      </p:sp>
    </p:spTree>
    <p:extLst>
      <p:ext uri="{BB962C8B-B14F-4D97-AF65-F5344CB8AC3E}">
        <p14:creationId xmlns:p14="http://schemas.microsoft.com/office/powerpoint/2010/main" val="10389704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999543-C328-9981-5F36-1CCC4DEB5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chemeClr val="tx2"/>
                </a:solidFill>
              </a:rPr>
              <a:t>Тестовое покрытие – </a:t>
            </a:r>
            <a:r>
              <a:rPr lang="ru-RU" b="1" dirty="0">
                <a:solidFill>
                  <a:schemeClr val="tx2"/>
                </a:solidFill>
              </a:rPr>
              <a:t>40 %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F3719F7-F943-1C9F-2D10-6160A8247177}"/>
                  </a:ext>
                </a:extLst>
              </p:cNvPr>
              <p:cNvSpPr txBox="1"/>
              <p:nvPr/>
            </p:nvSpPr>
            <p:spPr>
              <a:xfrm>
                <a:off x="5076825" y="2504102"/>
                <a:ext cx="6284595" cy="8765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ru-RU" sz="3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sz="3600" b="0" i="1" smtClean="0">
                            <a:latin typeface="Cambria Math" panose="02040503050406030204" pitchFamily="18" charset="0"/>
                          </a:rPr>
                          <m:t>Проверенные требования</m:t>
                        </m:r>
                      </m:num>
                      <m:den>
                        <m:r>
                          <a:rPr lang="ru-RU" sz="3600" b="0" i="1" smtClean="0">
                            <a:latin typeface="Cambria Math" panose="02040503050406030204" pitchFamily="18" charset="0"/>
                          </a:rPr>
                          <m:t>Всего требований</m:t>
                        </m:r>
                      </m:den>
                    </m:f>
                    <m:r>
                      <a:rPr lang="ru-RU" sz="36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3600" dirty="0">
                    <a:latin typeface="Arial" panose="020B0604020202020204" pitchFamily="34" charset="0"/>
                    <a:cs typeface="Arial" panose="020B0604020202020204" pitchFamily="34" charset="0"/>
                  </a:rPr>
                  <a:t>* 100%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F3719F7-F943-1C9F-2D10-6160A82471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6825" y="2504102"/>
                <a:ext cx="6284595" cy="876587"/>
              </a:xfrm>
              <a:prstGeom prst="rect">
                <a:avLst/>
              </a:prstGeom>
              <a:blipFill>
                <a:blip r:embed="rId2"/>
                <a:stretch>
                  <a:fillRect l="-97" t="-2083" b="-763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2E48F890-EAE3-E2AC-56BA-DFD02ADC23F0}"/>
              </a:ext>
            </a:extLst>
          </p:cNvPr>
          <p:cNvSpPr txBox="1"/>
          <p:nvPr/>
        </p:nvSpPr>
        <p:spPr>
          <a:xfrm>
            <a:off x="1066800" y="2601893"/>
            <a:ext cx="43370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Формула для расчета:</a:t>
            </a: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0F9BFA58-FD76-A0DD-7032-F468B608463C}"/>
              </a:ext>
            </a:extLst>
          </p:cNvPr>
          <p:cNvSpPr/>
          <p:nvPr/>
        </p:nvSpPr>
        <p:spPr>
          <a:xfrm>
            <a:off x="3759200" y="3702050"/>
            <a:ext cx="4406900" cy="2063750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softEdge rad="635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5678D23-3F87-7356-8ABA-0EB7218D739F}"/>
                  </a:ext>
                </a:extLst>
              </p:cNvPr>
              <p:cNvSpPr txBox="1"/>
              <p:nvPr/>
            </p:nvSpPr>
            <p:spPr>
              <a:xfrm>
                <a:off x="3365500" y="4102100"/>
                <a:ext cx="5238750" cy="104073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ru-RU" sz="3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36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ru-RU" sz="3600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  <m:r>
                        <a:rPr lang="ru-RU" sz="3600" b="0" i="1" smtClean="0">
                          <a:latin typeface="Cambria Math" panose="02040503050406030204" pitchFamily="18" charset="0"/>
                        </a:rPr>
                        <m:t>∗100%=40%</m:t>
                      </m:r>
                    </m:oMath>
                  </m:oMathPara>
                </a14:m>
                <a:endParaRPr lang="ru-RU" sz="36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5678D23-3F87-7356-8ABA-0EB7218D73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5500" y="4102100"/>
                <a:ext cx="5238750" cy="104073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184574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FAF3D06F-6116-EA23-7CB8-E0B2CC442CE8}"/>
              </a:ext>
            </a:extLst>
          </p:cNvPr>
          <p:cNvSpPr/>
          <p:nvPr/>
        </p:nvSpPr>
        <p:spPr>
          <a:xfrm>
            <a:off x="1066800" y="1671981"/>
            <a:ext cx="10693400" cy="4425950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600" b="1" dirty="0">
                <a:solidFill>
                  <a:schemeClr val="tx2"/>
                </a:solidFill>
              </a:rPr>
              <a:t>Мне особенно удалось сделать форму регистрации и входа 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38EE58-1BAB-B7ED-E7D2-DCA16095D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395074"/>
            <a:ext cx="10058400" cy="1371600"/>
          </a:xfrm>
        </p:spPr>
        <p:txBody>
          <a:bodyPr>
            <a:normAutofit/>
          </a:bodyPr>
          <a:lstStyle/>
          <a:p>
            <a:pPr algn="ctr"/>
            <a:r>
              <a:rPr lang="ru-RU" dirty="0"/>
              <a:t>Выводы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8B140526-4C06-DBDA-4E5E-A99D00FB3DA7}"/>
              </a:ext>
            </a:extLst>
          </p:cNvPr>
          <p:cNvSpPr/>
          <p:nvPr/>
        </p:nvSpPr>
        <p:spPr>
          <a:xfrm>
            <a:off x="1066800" y="1699869"/>
            <a:ext cx="10693400" cy="4425950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600" b="1" dirty="0">
                <a:solidFill>
                  <a:schemeClr val="tx2"/>
                </a:solidFill>
              </a:rPr>
              <a:t>В следующий раз нужно сделать по другом профиль пользователя</a:t>
            </a: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A5D0D3CB-2820-398A-6316-A0CB4C3643EA}"/>
              </a:ext>
            </a:extLst>
          </p:cNvPr>
          <p:cNvSpPr/>
          <p:nvPr/>
        </p:nvSpPr>
        <p:spPr>
          <a:xfrm>
            <a:off x="1066800" y="1727757"/>
            <a:ext cx="10693400" cy="4425950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600" b="1" dirty="0">
                <a:solidFill>
                  <a:schemeClr val="tx2"/>
                </a:solidFill>
              </a:rPr>
              <a:t>Планируется реализовать все страницы сайта и подключить базу данных</a:t>
            </a: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CEF5A824-DF9B-B3AD-DAC4-3699869BEEBC}"/>
              </a:ext>
            </a:extLst>
          </p:cNvPr>
          <p:cNvSpPr/>
          <p:nvPr/>
        </p:nvSpPr>
        <p:spPr>
          <a:xfrm>
            <a:off x="1066800" y="1736595"/>
            <a:ext cx="10693400" cy="4425950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600" b="1" dirty="0">
                <a:solidFill>
                  <a:schemeClr val="tx2"/>
                </a:solidFill>
              </a:rPr>
              <a:t>Стадия готовности – 20 %</a:t>
            </a:r>
          </a:p>
        </p:txBody>
      </p:sp>
    </p:spTree>
    <p:extLst>
      <p:ext uri="{BB962C8B-B14F-4D97-AF65-F5344CB8AC3E}">
        <p14:creationId xmlns:p14="http://schemas.microsoft.com/office/powerpoint/2010/main" val="1368806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" grpId="0" animBg="1"/>
      <p:bldP spid="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63BB36-A8F4-8FD0-BA20-920AE99C3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Ссылки на весь проект и сайт </a:t>
            </a:r>
          </a:p>
        </p:txBody>
      </p:sp>
      <p:pic>
        <p:nvPicPr>
          <p:cNvPr id="5" name="Рисунок 4" descr="Изображение выглядит как шаблон, прямоугольный, Симметрия, пиксель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4A16DCA9-1402-9490-3E9C-4BA02DF941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975" y="2014194"/>
            <a:ext cx="3543300" cy="35433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96CE745-3F96-193D-F9C2-94BB7A524722}"/>
              </a:ext>
            </a:extLst>
          </p:cNvPr>
          <p:cNvSpPr txBox="1"/>
          <p:nvPr/>
        </p:nvSpPr>
        <p:spPr>
          <a:xfrm>
            <a:off x="2333625" y="5523813"/>
            <a:ext cx="22764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800" b="1" dirty="0"/>
              <a:t>сайт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ACE163-1DA3-773C-BFD9-134861D15358}"/>
              </a:ext>
            </a:extLst>
          </p:cNvPr>
          <p:cNvSpPr txBox="1"/>
          <p:nvPr/>
        </p:nvSpPr>
        <p:spPr>
          <a:xfrm>
            <a:off x="5715000" y="5557494"/>
            <a:ext cx="59340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800" b="1" dirty="0"/>
              <a:t>проект на </a:t>
            </a:r>
            <a:r>
              <a:rPr lang="ru-RU" sz="4800" b="1" dirty="0" err="1"/>
              <a:t>гитхаб</a:t>
            </a:r>
            <a:endParaRPr lang="ru-RU" sz="4800" b="1" dirty="0"/>
          </a:p>
        </p:txBody>
      </p:sp>
      <p:pic>
        <p:nvPicPr>
          <p:cNvPr id="8" name="Рисунок 7" descr="Изображение выглядит как шаблон, прямоугольный, Симметрия, пиксель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67025AA5-75F4-C6EF-03AC-CA0CCC4C84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6467" y="2047875"/>
            <a:ext cx="3509619" cy="3509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05804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6AC793-4359-4EF0-CEEB-AFF78746BB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59052" y="2346930"/>
            <a:ext cx="9068586" cy="2335132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4400" b="1" dirty="0">
                <a:effectLst/>
                <a:latin typeface="Candara (Основной текст)"/>
                <a:ea typeface="Times New Roman" panose="02020603050405020304" pitchFamily="18" charset="0"/>
              </a:rPr>
              <a:t>Разработка веб-платформы «</a:t>
            </a:r>
            <a:r>
              <a:rPr lang="ru-RU" sz="4400" b="1" dirty="0" err="1">
                <a:effectLst/>
                <a:latin typeface="Candara (Основной текст)"/>
                <a:ea typeface="Times New Roman" panose="02020603050405020304" pitchFamily="18" charset="0"/>
              </a:rPr>
              <a:t>Aegis</a:t>
            </a:r>
            <a:r>
              <a:rPr lang="ru-RU" sz="4400" b="1" dirty="0">
                <a:effectLst/>
                <a:latin typeface="Candara (Основной текст)"/>
                <a:ea typeface="Times New Roman" panose="02020603050405020304" pitchFamily="18" charset="0"/>
              </a:rPr>
              <a:t>: Универсальный Документ-Хаб»</a:t>
            </a:r>
            <a:br>
              <a:rPr lang="ru-RU" sz="44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</a:br>
            <a:br>
              <a:rPr lang="ru-RU" sz="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</a:br>
            <a:endParaRPr lang="ru-RU" sz="1800" dirty="0">
              <a:highlight>
                <a:srgbClr val="FFFF00"/>
              </a:highlight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6B7E7DA-2A56-B0FA-39D2-F39C7714B5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36127" y="4880085"/>
            <a:ext cx="3719618" cy="457201"/>
          </a:xfrm>
        </p:spPr>
        <p:txBody>
          <a:bodyPr>
            <a:normAutofit fontScale="92500"/>
          </a:bodyPr>
          <a:lstStyle/>
          <a:p>
            <a:r>
              <a:rPr lang="en-US" sz="16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https://github.com/Spuyci/AEGIS-</a:t>
            </a:r>
            <a:endParaRPr lang="ru-RU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3D41ED84-125A-DDA4-6076-631010CAD828}"/>
              </a:ext>
            </a:extLst>
          </p:cNvPr>
          <p:cNvSpPr txBox="1">
            <a:spLocks/>
          </p:cNvSpPr>
          <p:nvPr/>
        </p:nvSpPr>
        <p:spPr>
          <a:xfrm>
            <a:off x="6096000" y="4880084"/>
            <a:ext cx="4359875" cy="4572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 spc="8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Чопенко София 24290907\2091</a:t>
            </a:r>
          </a:p>
        </p:txBody>
      </p:sp>
    </p:spTree>
    <p:extLst>
      <p:ext uri="{BB962C8B-B14F-4D97-AF65-F5344CB8AC3E}">
        <p14:creationId xmlns:p14="http://schemas.microsoft.com/office/powerpoint/2010/main" val="428812384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авон">
  <a:themeElements>
    <a:clrScheme name="Желтый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Савон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Савон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Савон</Template>
  <TotalTime>809</TotalTime>
  <Words>409</Words>
  <Application>Microsoft Office PowerPoint</Application>
  <PresentationFormat>Широкоэкранный</PresentationFormat>
  <Paragraphs>88</Paragraphs>
  <Slides>16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2" baseType="lpstr">
      <vt:lpstr>Arial</vt:lpstr>
      <vt:lpstr>Cambria Math</vt:lpstr>
      <vt:lpstr>Candara (Основной текст)</vt:lpstr>
      <vt:lpstr>Century Gothic</vt:lpstr>
      <vt:lpstr>Garamond</vt:lpstr>
      <vt:lpstr>Савон</vt:lpstr>
      <vt:lpstr>Разработка веб-платформы «Aegis: Универсальный Документ-Хаб»  </vt:lpstr>
      <vt:lpstr>Предметная область</vt:lpstr>
      <vt:lpstr>Презентация PowerPoint</vt:lpstr>
      <vt:lpstr> Инкрементная  Модель жизненного цикла  </vt:lpstr>
      <vt:lpstr>Графический пользовательский интерфейс</vt:lpstr>
      <vt:lpstr>Структура сайта</vt:lpstr>
      <vt:lpstr>Уровни доступа</vt:lpstr>
      <vt:lpstr>Функционал и ошибки программы по руководству оператора</vt:lpstr>
      <vt:lpstr>Использованные госты </vt:lpstr>
      <vt:lpstr>Оценочные элементы</vt:lpstr>
      <vt:lpstr>Техники тест дизайна</vt:lpstr>
      <vt:lpstr>Применение техники предугадывания ошибки </vt:lpstr>
      <vt:lpstr>Тестовое покрытие – 40 %</vt:lpstr>
      <vt:lpstr>Выводы</vt:lpstr>
      <vt:lpstr>Ссылки на весь проект и сайт </vt:lpstr>
      <vt:lpstr>Разработка веб-платформы «Aegis: Универсальный Документ-Хаб»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София Чопенко</dc:creator>
  <cp:lastModifiedBy>София Чопенко</cp:lastModifiedBy>
  <cp:revision>3</cp:revision>
  <dcterms:created xsi:type="dcterms:W3CDTF">2026-06-07T14:05:51Z</dcterms:created>
  <dcterms:modified xsi:type="dcterms:W3CDTF">2026-06-12T18:10:09Z</dcterms:modified>
</cp:coreProperties>
</file>